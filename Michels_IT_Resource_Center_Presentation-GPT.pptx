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73" r:id="rId3"/>
    <p:sldId id="280" r:id="rId4"/>
    <p:sldId id="261" r:id="rId5"/>
    <p:sldId id="266" r:id="rId6"/>
    <p:sldId id="279" r:id="rId7"/>
    <p:sldId id="281" r:id="rId8"/>
    <p:sldId id="269" r:id="rId9"/>
    <p:sldId id="270" r:id="rId10"/>
    <p:sldId id="262" r:id="rId11"/>
    <p:sldId id="264" r:id="rId12"/>
    <p:sldId id="267" r:id="rId13"/>
    <p:sldId id="27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33EF44-1886-993A-80C8-F306A696D9AE}" v="25" dt="2025-12-09T11:04:42.584"/>
    <p1510:client id="{41D2BE68-67BB-A269-489C-75634BF85E4D}" v="1" dt="2025-12-09T11:01:48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in  Mousa" userId="S::nmousa@icstars.org::8bb7ab8e-a8b7-4a39-89eb-b38233ccba78" providerId="AD" clId="Web-{72FF4B0A-C76D-6034-CE7E-84C47DE862AD}"/>
    <pc:docChg chg="modSld">
      <pc:chgData name="Nahin  Mousa" userId="S::nmousa@icstars.org::8bb7ab8e-a8b7-4a39-89eb-b38233ccba78" providerId="AD" clId="Web-{72FF4B0A-C76D-6034-CE7E-84C47DE862AD}" dt="2025-11-25T20:48:15.438" v="59"/>
      <pc:docMkLst>
        <pc:docMk/>
      </pc:docMkLst>
      <pc:sldChg chg="modSp">
        <pc:chgData name="Nahin  Mousa" userId="S::nmousa@icstars.org::8bb7ab8e-a8b7-4a39-89eb-b38233ccba78" providerId="AD" clId="Web-{72FF4B0A-C76D-6034-CE7E-84C47DE862AD}" dt="2025-11-25T20:41:39.763" v="0"/>
        <pc:sldMkLst>
          <pc:docMk/>
          <pc:sldMk cId="0" sldId="262"/>
        </pc:sldMkLst>
        <pc:graphicFrameChg chg="modGraphic">
          <ac:chgData name="Nahin  Mousa" userId="S::nmousa@icstars.org::8bb7ab8e-a8b7-4a39-89eb-b38233ccba78" providerId="AD" clId="Web-{72FF4B0A-C76D-6034-CE7E-84C47DE862AD}" dt="2025-11-25T20:41:39.763" v="0"/>
          <ac:graphicFrameMkLst>
            <pc:docMk/>
            <pc:sldMk cId="0" sldId="262"/>
            <ac:graphicFrameMk id="5" creationId="{B66BB496-A1C6-F36F-4F4C-14F8E238105F}"/>
          </ac:graphicFrameMkLst>
        </pc:graphicFrameChg>
      </pc:sldChg>
      <pc:sldChg chg="addSp delSp modSp">
        <pc:chgData name="Nahin  Mousa" userId="S::nmousa@icstars.org::8bb7ab8e-a8b7-4a39-89eb-b38233ccba78" providerId="AD" clId="Web-{72FF4B0A-C76D-6034-CE7E-84C47DE862AD}" dt="2025-11-25T20:43:03.983" v="6"/>
        <pc:sldMkLst>
          <pc:docMk/>
          <pc:sldMk cId="0" sldId="264"/>
        </pc:sldMkLst>
        <pc:spChg chg="mod">
          <ac:chgData name="Nahin  Mousa" userId="S::nmousa@icstars.org::8bb7ab8e-a8b7-4a39-89eb-b38233ccba78" providerId="AD" clId="Web-{72FF4B0A-C76D-6034-CE7E-84C47DE862AD}" dt="2025-11-25T20:42:54.670" v="5"/>
          <ac:spMkLst>
            <pc:docMk/>
            <pc:sldMk cId="0" sldId="264"/>
            <ac:spMk id="2" creationId="{00000000-0000-0000-0000-000000000000}"/>
          </ac:spMkLst>
        </pc:spChg>
        <pc:spChg chg="add">
          <ac:chgData name="Nahin  Mousa" userId="S::nmousa@icstars.org::8bb7ab8e-a8b7-4a39-89eb-b38233ccba78" providerId="AD" clId="Web-{72FF4B0A-C76D-6034-CE7E-84C47DE862AD}" dt="2025-11-25T20:42:54.670" v="5"/>
          <ac:spMkLst>
            <pc:docMk/>
            <pc:sldMk cId="0" sldId="264"/>
            <ac:spMk id="20" creationId="{482E7304-2AC2-4A5C-924D-A6AC3FFC5EAC}"/>
          </ac:spMkLst>
        </pc:spChg>
        <pc:spChg chg="add">
          <ac:chgData name="Nahin  Mousa" userId="S::nmousa@icstars.org::8bb7ab8e-a8b7-4a39-89eb-b38233ccba78" providerId="AD" clId="Web-{72FF4B0A-C76D-6034-CE7E-84C47DE862AD}" dt="2025-11-25T20:42:54.670" v="5"/>
          <ac:spMkLst>
            <pc:docMk/>
            <pc:sldMk cId="0" sldId="264"/>
            <ac:spMk id="24" creationId="{A3C183B1-1D4B-4E3D-A02E-A426E3BFA016}"/>
          </ac:spMkLst>
        </pc:spChg>
        <pc:graphicFrameChg chg="mod modGraphic">
          <ac:chgData name="Nahin  Mousa" userId="S::nmousa@icstars.org::8bb7ab8e-a8b7-4a39-89eb-b38233ccba78" providerId="AD" clId="Web-{72FF4B0A-C76D-6034-CE7E-84C47DE862AD}" dt="2025-11-25T20:43:03.983" v="6"/>
          <ac:graphicFrameMkLst>
            <pc:docMk/>
            <pc:sldMk cId="0" sldId="264"/>
            <ac:graphicFrameMk id="5" creationId="{1357DDE8-C90D-009D-0A35-03D819C4BA57}"/>
          </ac:graphicFrameMkLst>
        </pc:graphicFrameChg>
        <pc:cxnChg chg="add">
          <ac:chgData name="Nahin  Mousa" userId="S::nmousa@icstars.org::8bb7ab8e-a8b7-4a39-89eb-b38233ccba78" providerId="AD" clId="Web-{72FF4B0A-C76D-6034-CE7E-84C47DE862AD}" dt="2025-11-25T20:42:54.670" v="5"/>
          <ac:cxnSpMkLst>
            <pc:docMk/>
            <pc:sldMk cId="0" sldId="264"/>
            <ac:cxnSpMk id="22" creationId="{D259FEF2-F6A5-442F-BA10-4E39EECD0ABE}"/>
          </ac:cxnSpMkLst>
        </pc:cxnChg>
      </pc:sldChg>
    </pc:docChg>
  </pc:docChgLst>
  <pc:docChgLst>
    <pc:chgData name="Gabrielle Williams" userId="S::gwilliams@icstars.org::46dc3e10-fe96-48b0-9e6c-cd90c63482fc" providerId="AD" clId="Web-{8BDB61B4-E09F-D816-D378-85AC1C78D2EF}"/>
    <pc:docChg chg="modSld">
      <pc:chgData name="Gabrielle Williams" userId="S::gwilliams@icstars.org::46dc3e10-fe96-48b0-9e6c-cd90c63482fc" providerId="AD" clId="Web-{8BDB61B4-E09F-D816-D378-85AC1C78D2EF}" dt="2025-11-25T20:05:58.075" v="1" actId="14100"/>
      <pc:docMkLst>
        <pc:docMk/>
      </pc:docMkLst>
      <pc:sldChg chg="modSp">
        <pc:chgData name="Gabrielle Williams" userId="S::gwilliams@icstars.org::46dc3e10-fe96-48b0-9e6c-cd90c63482fc" providerId="AD" clId="Web-{8BDB61B4-E09F-D816-D378-85AC1C78D2EF}" dt="2025-11-25T20:05:58.075" v="1" actId="14100"/>
        <pc:sldMkLst>
          <pc:docMk/>
          <pc:sldMk cId="2796847940" sldId="276"/>
        </pc:sldMkLst>
      </pc:sldChg>
    </pc:docChg>
  </pc:docChgLst>
  <pc:docChgLst>
    <pc:chgData name="Nahin  Mousa" userId="S::nmousa@icstars.org::8bb7ab8e-a8b7-4a39-89eb-b38233ccba78" providerId="AD" clId="Web-{CA446919-F200-0EAC-9A7A-EAEAD3EC1FF7}"/>
    <pc:docChg chg="modSld">
      <pc:chgData name="Nahin  Mousa" userId="S::nmousa@icstars.org::8bb7ab8e-a8b7-4a39-89eb-b38233ccba78" providerId="AD" clId="Web-{CA446919-F200-0EAC-9A7A-EAEAD3EC1FF7}" dt="2025-11-26T05:37:59.861" v="1"/>
      <pc:docMkLst>
        <pc:docMk/>
      </pc:docMkLst>
      <pc:sldChg chg="modSp">
        <pc:chgData name="Nahin  Mousa" userId="S::nmousa@icstars.org::8bb7ab8e-a8b7-4a39-89eb-b38233ccba78" providerId="AD" clId="Web-{CA446919-F200-0EAC-9A7A-EAEAD3EC1FF7}" dt="2025-11-26T05:37:59.861" v="1"/>
        <pc:sldMkLst>
          <pc:docMk/>
          <pc:sldMk cId="3180100145" sldId="269"/>
        </pc:sldMkLst>
        <pc:picChg chg="mod modCrop">
          <ac:chgData name="Nahin  Mousa" userId="S::nmousa@icstars.org::8bb7ab8e-a8b7-4a39-89eb-b38233ccba78" providerId="AD" clId="Web-{CA446919-F200-0EAC-9A7A-EAEAD3EC1FF7}" dt="2025-11-26T05:37:59.861" v="1"/>
          <ac:picMkLst>
            <pc:docMk/>
            <pc:sldMk cId="3180100145" sldId="269"/>
            <ac:picMk id="4" creationId="{216A5F32-9D51-EC58-3A7F-B86E85C3DD7E}"/>
          </ac:picMkLst>
        </pc:picChg>
      </pc:sldChg>
    </pc:docChg>
  </pc:docChgLst>
  <pc:docChgLst>
    <pc:chgData name="Gabrielle Williams" userId="S::gwilliams@icstars.org::46dc3e10-fe96-48b0-9e6c-cd90c63482fc" providerId="AD" clId="Web-{CC2129F0-2346-BD42-0E00-1AB7ED877F22}"/>
    <pc:docChg chg="modSld sldOrd">
      <pc:chgData name="Gabrielle Williams" userId="S::gwilliams@icstars.org::46dc3e10-fe96-48b0-9e6c-cd90c63482fc" providerId="AD" clId="Web-{CC2129F0-2346-BD42-0E00-1AB7ED877F22}" dt="2025-11-24T20:57:50.166" v="245" actId="20577"/>
      <pc:docMkLst>
        <pc:docMk/>
      </pc:docMkLst>
      <pc:sldChg chg="modSp">
        <pc:chgData name="Gabrielle Williams" userId="S::gwilliams@icstars.org::46dc3e10-fe96-48b0-9e6c-cd90c63482fc" providerId="AD" clId="Web-{CC2129F0-2346-BD42-0E00-1AB7ED877F22}" dt="2025-11-24T15:45:26.438" v="125" actId="20577"/>
        <pc:sldMkLst>
          <pc:docMk/>
          <pc:sldMk cId="0" sldId="256"/>
        </pc:sldMkLst>
        <pc:spChg chg="mod">
          <ac:chgData name="Gabrielle Williams" userId="S::gwilliams@icstars.org::46dc3e10-fe96-48b0-9e6c-cd90c63482fc" providerId="AD" clId="Web-{CC2129F0-2346-BD42-0E00-1AB7ED877F22}" dt="2025-11-24T15:45:26.438" v="125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delSp modSp">
        <pc:chgData name="Gabrielle Williams" userId="S::gwilliams@icstars.org::46dc3e10-fe96-48b0-9e6c-cd90c63482fc" providerId="AD" clId="Web-{CC2129F0-2346-BD42-0E00-1AB7ED877F22}" dt="2025-11-24T16:49:05.289" v="171"/>
        <pc:sldMkLst>
          <pc:docMk/>
          <pc:sldMk cId="0" sldId="261"/>
        </pc:sldMkLst>
        <pc:spChg chg="mod">
          <ac:chgData name="Gabrielle Williams" userId="S::gwilliams@icstars.org::46dc3e10-fe96-48b0-9e6c-cd90c63482fc" providerId="AD" clId="Web-{CC2129F0-2346-BD42-0E00-1AB7ED877F22}" dt="2025-11-24T16:49:05.289" v="171"/>
          <ac:spMkLst>
            <pc:docMk/>
            <pc:sldMk cId="0" sldId="261"/>
            <ac:spMk id="2" creationId="{00000000-0000-0000-0000-000000000000}"/>
          </ac:spMkLst>
        </pc:spChg>
        <pc:spChg chg="add">
          <ac:chgData name="Gabrielle Williams" userId="S::gwilliams@icstars.org::46dc3e10-fe96-48b0-9e6c-cd90c63482fc" providerId="AD" clId="Web-{CC2129F0-2346-BD42-0E00-1AB7ED877F22}" dt="2025-11-24T16:49:05.289" v="171"/>
          <ac:spMkLst>
            <pc:docMk/>
            <pc:sldMk cId="0" sldId="261"/>
            <ac:spMk id="26" creationId="{482E7304-2AC2-4A5C-924D-A6AC3FFC5EAC}"/>
          </ac:spMkLst>
        </pc:spChg>
        <pc:spChg chg="add">
          <ac:chgData name="Gabrielle Williams" userId="S::gwilliams@icstars.org::46dc3e10-fe96-48b0-9e6c-cd90c63482fc" providerId="AD" clId="Web-{CC2129F0-2346-BD42-0E00-1AB7ED877F22}" dt="2025-11-24T16:49:05.289" v="171"/>
          <ac:spMkLst>
            <pc:docMk/>
            <pc:sldMk cId="0" sldId="261"/>
            <ac:spMk id="30" creationId="{A3C183B1-1D4B-4E3D-A02E-A426E3BFA016}"/>
          </ac:spMkLst>
        </pc:spChg>
        <pc:graphicFrameChg chg="mod modGraphic">
          <ac:chgData name="Gabrielle Williams" userId="S::gwilliams@icstars.org::46dc3e10-fe96-48b0-9e6c-cd90c63482fc" providerId="AD" clId="Web-{CC2129F0-2346-BD42-0E00-1AB7ED877F22}" dt="2025-11-24T16:49:05.289" v="171"/>
          <ac:graphicFrameMkLst>
            <pc:docMk/>
            <pc:sldMk cId="0" sldId="261"/>
            <ac:graphicFrameMk id="21" creationId="{BB48FEF1-9758-7EB0-5167-E2D9DF0641FE}"/>
          </ac:graphicFrameMkLst>
        </pc:graphicFrameChg>
        <pc:cxnChg chg="add">
          <ac:chgData name="Gabrielle Williams" userId="S::gwilliams@icstars.org::46dc3e10-fe96-48b0-9e6c-cd90c63482fc" providerId="AD" clId="Web-{CC2129F0-2346-BD42-0E00-1AB7ED877F22}" dt="2025-11-24T16:49:05.289" v="171"/>
          <ac:cxnSpMkLst>
            <pc:docMk/>
            <pc:sldMk cId="0" sldId="261"/>
            <ac:cxnSpMk id="28" creationId="{D259FEF2-F6A5-442F-BA10-4E39EECD0ABE}"/>
          </ac:cxnSpMkLst>
        </pc:cxnChg>
      </pc:sldChg>
      <pc:sldChg chg="addSp delSp modSp">
        <pc:chgData name="Gabrielle Williams" userId="S::gwilliams@icstars.org::46dc3e10-fe96-48b0-9e6c-cd90c63482fc" providerId="AD" clId="Web-{CC2129F0-2346-BD42-0E00-1AB7ED877F22}" dt="2025-11-24T16:45:37.596" v="169" actId="1076"/>
        <pc:sldMkLst>
          <pc:docMk/>
          <pc:sldMk cId="0" sldId="262"/>
        </pc:sldMkLst>
        <pc:spChg chg="mod">
          <ac:chgData name="Gabrielle Williams" userId="S::gwilliams@icstars.org::46dc3e10-fe96-48b0-9e6c-cd90c63482fc" providerId="AD" clId="Web-{CC2129F0-2346-BD42-0E00-1AB7ED877F22}" dt="2025-11-24T16:44:58.393" v="168"/>
          <ac:spMkLst>
            <pc:docMk/>
            <pc:sldMk cId="0" sldId="262"/>
            <ac:spMk id="2" creationId="{00000000-0000-0000-0000-000000000000}"/>
          </ac:spMkLst>
        </pc:spChg>
        <pc:graphicFrameChg chg="mod modGraphic">
          <ac:chgData name="Gabrielle Williams" userId="S::gwilliams@icstars.org::46dc3e10-fe96-48b0-9e6c-cd90c63482fc" providerId="AD" clId="Web-{CC2129F0-2346-BD42-0E00-1AB7ED877F22}" dt="2025-11-24T16:45:37.596" v="169" actId="1076"/>
          <ac:graphicFrameMkLst>
            <pc:docMk/>
            <pc:sldMk cId="0" sldId="262"/>
            <ac:graphicFrameMk id="5" creationId="{B66BB496-A1C6-F36F-4F4C-14F8E238105F}"/>
          </ac:graphicFrameMkLst>
        </pc:graphicFrameChg>
      </pc:sldChg>
      <pc:sldChg chg="modSp">
        <pc:chgData name="Gabrielle Williams" userId="S::gwilliams@icstars.org::46dc3e10-fe96-48b0-9e6c-cd90c63482fc" providerId="AD" clId="Web-{CC2129F0-2346-BD42-0E00-1AB7ED877F22}" dt="2025-11-24T16:44:07.642" v="163" actId="20577"/>
        <pc:sldMkLst>
          <pc:docMk/>
          <pc:sldMk cId="0" sldId="264"/>
        </pc:sldMkLst>
        <pc:spChg chg="mod">
          <ac:chgData name="Gabrielle Williams" userId="S::gwilliams@icstars.org::46dc3e10-fe96-48b0-9e6c-cd90c63482fc" providerId="AD" clId="Web-{CC2129F0-2346-BD42-0E00-1AB7ED877F22}" dt="2025-11-24T16:44:07.642" v="163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">
        <pc:chgData name="Gabrielle Williams" userId="S::gwilliams@icstars.org::46dc3e10-fe96-48b0-9e6c-cd90c63482fc" providerId="AD" clId="Web-{CC2129F0-2346-BD42-0E00-1AB7ED877F22}" dt="2025-11-24T19:04:22.193" v="229" actId="20577"/>
        <pc:sldMkLst>
          <pc:docMk/>
          <pc:sldMk cId="4001632050" sldId="266"/>
        </pc:sldMkLst>
        <pc:spChg chg="mod">
          <ac:chgData name="Gabrielle Williams" userId="S::gwilliams@icstars.org::46dc3e10-fe96-48b0-9e6c-cd90c63482fc" providerId="AD" clId="Web-{CC2129F0-2346-BD42-0E00-1AB7ED877F22}" dt="2025-11-24T19:04:22.193" v="229" actId="20577"/>
          <ac:spMkLst>
            <pc:docMk/>
            <pc:sldMk cId="4001632050" sldId="266"/>
            <ac:spMk id="2" creationId="{E833A8A3-C8B8-390F-A617-4C9A77C51E2B}"/>
          </ac:spMkLst>
        </pc:spChg>
      </pc:sldChg>
      <pc:sldChg chg="ord">
        <pc:chgData name="Gabrielle Williams" userId="S::gwilliams@icstars.org::46dc3e10-fe96-48b0-9e6c-cd90c63482fc" providerId="AD" clId="Web-{CC2129F0-2346-BD42-0E00-1AB7ED877F22}" dt="2025-11-24T16:47:32.224" v="170"/>
        <pc:sldMkLst>
          <pc:docMk/>
          <pc:sldMk cId="1188061160" sldId="267"/>
        </pc:sldMkLst>
      </pc:sldChg>
      <pc:sldChg chg="modSp">
        <pc:chgData name="Gabrielle Williams" userId="S::gwilliams@icstars.org::46dc3e10-fe96-48b0-9e6c-cd90c63482fc" providerId="AD" clId="Web-{CC2129F0-2346-BD42-0E00-1AB7ED877F22}" dt="2025-11-24T16:52:36.618" v="216" actId="1076"/>
        <pc:sldMkLst>
          <pc:docMk/>
          <pc:sldMk cId="3180100145" sldId="269"/>
        </pc:sldMkLst>
        <pc:picChg chg="mod">
          <ac:chgData name="Gabrielle Williams" userId="S::gwilliams@icstars.org::46dc3e10-fe96-48b0-9e6c-cd90c63482fc" providerId="AD" clId="Web-{CC2129F0-2346-BD42-0E00-1AB7ED877F22}" dt="2025-11-24T16:52:36.618" v="216" actId="1076"/>
          <ac:picMkLst>
            <pc:docMk/>
            <pc:sldMk cId="3180100145" sldId="269"/>
            <ac:picMk id="4" creationId="{216A5F32-9D51-EC58-3A7F-B86E85C3DD7E}"/>
          </ac:picMkLst>
        </pc:picChg>
      </pc:sldChg>
      <pc:sldChg chg="modSp">
        <pc:chgData name="Gabrielle Williams" userId="S::gwilliams@icstars.org::46dc3e10-fe96-48b0-9e6c-cd90c63482fc" providerId="AD" clId="Web-{CC2129F0-2346-BD42-0E00-1AB7ED877F22}" dt="2025-11-24T19:04:42.725" v="232" actId="20577"/>
        <pc:sldMkLst>
          <pc:docMk/>
          <pc:sldMk cId="2909923871" sldId="273"/>
        </pc:sldMkLst>
        <pc:spChg chg="mod">
          <ac:chgData name="Gabrielle Williams" userId="S::gwilliams@icstars.org::46dc3e10-fe96-48b0-9e6c-cd90c63482fc" providerId="AD" clId="Web-{CC2129F0-2346-BD42-0E00-1AB7ED877F22}" dt="2025-11-24T19:04:42.725" v="232" actId="20577"/>
          <ac:spMkLst>
            <pc:docMk/>
            <pc:sldMk cId="2909923871" sldId="273"/>
            <ac:spMk id="9" creationId="{F05EF977-844C-193E-8CF6-707CF4F85259}"/>
          </ac:spMkLst>
        </pc:spChg>
      </pc:sldChg>
    </pc:docChg>
  </pc:docChgLst>
  <pc:docChgLst>
    <pc:chgData name="Nahin  Mousa" userId="S::nmousa@icstars.org::8bb7ab8e-a8b7-4a39-89eb-b38233ccba78" providerId="AD" clId="Web-{6FAD78E1-337C-EBFF-75BB-65D891C20FE4}"/>
    <pc:docChg chg="addSld modSld sldOrd">
      <pc:chgData name="Nahin  Mousa" userId="S::nmousa@icstars.org::8bb7ab8e-a8b7-4a39-89eb-b38233ccba78" providerId="AD" clId="Web-{6FAD78E1-337C-EBFF-75BB-65D891C20FE4}" dt="2025-11-26T08:12:59.910" v="445"/>
      <pc:docMkLst>
        <pc:docMk/>
      </pc:docMkLst>
      <pc:sldChg chg="ord">
        <pc:chgData name="Nahin  Mousa" userId="S::nmousa@icstars.org::8bb7ab8e-a8b7-4a39-89eb-b38233ccba78" providerId="AD" clId="Web-{6FAD78E1-337C-EBFF-75BB-65D891C20FE4}" dt="2025-11-26T06:16:11.506" v="1"/>
        <pc:sldMkLst>
          <pc:docMk/>
          <pc:sldMk cId="0" sldId="261"/>
        </pc:sldMkLst>
      </pc:sldChg>
      <pc:sldChg chg="ord">
        <pc:chgData name="Nahin  Mousa" userId="S::nmousa@icstars.org::8bb7ab8e-a8b7-4a39-89eb-b38233ccba78" providerId="AD" clId="Web-{6FAD78E1-337C-EBFF-75BB-65D891C20FE4}" dt="2025-11-26T06:16:16.006" v="2"/>
        <pc:sldMkLst>
          <pc:docMk/>
          <pc:sldMk cId="4001632050" sldId="266"/>
        </pc:sldMkLst>
      </pc:sldChg>
      <pc:sldChg chg="modSp">
        <pc:chgData name="Nahin  Mousa" userId="S::nmousa@icstars.org::8bb7ab8e-a8b7-4a39-89eb-b38233ccba78" providerId="AD" clId="Web-{6FAD78E1-337C-EBFF-75BB-65D891C20FE4}" dt="2025-11-26T06:41:05.342" v="52" actId="20577"/>
        <pc:sldMkLst>
          <pc:docMk/>
          <pc:sldMk cId="1188061160" sldId="267"/>
        </pc:sldMkLst>
        <pc:spChg chg="mod">
          <ac:chgData name="Nahin  Mousa" userId="S::nmousa@icstars.org::8bb7ab8e-a8b7-4a39-89eb-b38233ccba78" providerId="AD" clId="Web-{6FAD78E1-337C-EBFF-75BB-65D891C20FE4}" dt="2025-11-26T06:41:05.342" v="52" actId="20577"/>
          <ac:spMkLst>
            <pc:docMk/>
            <pc:sldMk cId="1188061160" sldId="267"/>
            <ac:spMk id="3" creationId="{112A5896-4D74-5E8D-535D-351C803EDD28}"/>
          </ac:spMkLst>
        </pc:spChg>
      </pc:sldChg>
      <pc:sldChg chg="modSp">
        <pc:chgData name="Nahin  Mousa" userId="S::nmousa@icstars.org::8bb7ab8e-a8b7-4a39-89eb-b38233ccba78" providerId="AD" clId="Web-{6FAD78E1-337C-EBFF-75BB-65D891C20FE4}" dt="2025-11-26T06:24:03.247" v="25" actId="20577"/>
        <pc:sldMkLst>
          <pc:docMk/>
          <pc:sldMk cId="3180100145" sldId="269"/>
        </pc:sldMkLst>
        <pc:spChg chg="mod">
          <ac:chgData name="Nahin  Mousa" userId="S::nmousa@icstars.org::8bb7ab8e-a8b7-4a39-89eb-b38233ccba78" providerId="AD" clId="Web-{6FAD78E1-337C-EBFF-75BB-65D891C20FE4}" dt="2025-11-26T06:24:03.247" v="25" actId="20577"/>
          <ac:spMkLst>
            <pc:docMk/>
            <pc:sldMk cId="3180100145" sldId="269"/>
            <ac:spMk id="2" creationId="{3A06001B-B051-3D03-793E-0901CEFACA6D}"/>
          </ac:spMkLst>
        </pc:spChg>
        <pc:spChg chg="mod">
          <ac:chgData name="Nahin  Mousa" userId="S::nmousa@icstars.org::8bb7ab8e-a8b7-4a39-89eb-b38233ccba78" providerId="AD" clId="Web-{6FAD78E1-337C-EBFF-75BB-65D891C20FE4}" dt="2025-11-26T06:22:46.013" v="13" actId="20577"/>
          <ac:spMkLst>
            <pc:docMk/>
            <pc:sldMk cId="3180100145" sldId="269"/>
            <ac:spMk id="3" creationId="{B80DFA88-C66A-C80A-CDE9-206EA72F28ED}"/>
          </ac:spMkLst>
        </pc:spChg>
      </pc:sldChg>
      <pc:sldChg chg="modSp">
        <pc:chgData name="Nahin  Mousa" userId="S::nmousa@icstars.org::8bb7ab8e-a8b7-4a39-89eb-b38233ccba78" providerId="AD" clId="Web-{6FAD78E1-337C-EBFF-75BB-65D891C20FE4}" dt="2025-11-26T06:25:09.590" v="35" actId="20577"/>
        <pc:sldMkLst>
          <pc:docMk/>
          <pc:sldMk cId="1140071259" sldId="270"/>
        </pc:sldMkLst>
        <pc:spChg chg="mod">
          <ac:chgData name="Nahin  Mousa" userId="S::nmousa@icstars.org::8bb7ab8e-a8b7-4a39-89eb-b38233ccba78" providerId="AD" clId="Web-{6FAD78E1-337C-EBFF-75BB-65D891C20FE4}" dt="2025-11-26T06:24:59.684" v="33" actId="20577"/>
          <ac:spMkLst>
            <pc:docMk/>
            <pc:sldMk cId="1140071259" sldId="270"/>
            <ac:spMk id="2" creationId="{238B1F76-AA15-A9FF-09C1-B438F4A4FA5B}"/>
          </ac:spMkLst>
        </pc:spChg>
        <pc:spChg chg="mod">
          <ac:chgData name="Nahin  Mousa" userId="S::nmousa@icstars.org::8bb7ab8e-a8b7-4a39-89eb-b38233ccba78" providerId="AD" clId="Web-{6FAD78E1-337C-EBFF-75BB-65D891C20FE4}" dt="2025-11-26T06:25:09.590" v="35" actId="20577"/>
          <ac:spMkLst>
            <pc:docMk/>
            <pc:sldMk cId="1140071259" sldId="270"/>
            <ac:spMk id="3" creationId="{1FE8E5FA-839A-E2BA-1BE8-D709768FE213}"/>
          </ac:spMkLst>
        </pc:spChg>
      </pc:sldChg>
      <pc:sldChg chg="addSp delSp modSp">
        <pc:chgData name="Nahin  Mousa" userId="S::nmousa@icstars.org::8bb7ab8e-a8b7-4a39-89eb-b38233ccba78" providerId="AD" clId="Web-{6FAD78E1-337C-EBFF-75BB-65D891C20FE4}" dt="2025-11-26T06:20:38.537" v="11"/>
        <pc:sldMkLst>
          <pc:docMk/>
          <pc:sldMk cId="2909923871" sldId="273"/>
        </pc:sldMkLst>
        <pc:spChg chg="ord">
          <ac:chgData name="Nahin  Mousa" userId="S::nmousa@icstars.org::8bb7ab8e-a8b7-4a39-89eb-b38233ccba78" providerId="AD" clId="Web-{6FAD78E1-337C-EBFF-75BB-65D891C20FE4}" dt="2025-11-26T06:20:38.537" v="11"/>
          <ac:spMkLst>
            <pc:docMk/>
            <pc:sldMk cId="2909923871" sldId="273"/>
            <ac:spMk id="2" creationId="{D02EC1F9-6A2E-317F-978B-5799B0DB043E}"/>
          </ac:spMkLst>
        </pc:spChg>
        <pc:spChg chg="mod">
          <ac:chgData name="Nahin  Mousa" userId="S::nmousa@icstars.org::8bb7ab8e-a8b7-4a39-89eb-b38233ccba78" providerId="AD" clId="Web-{6FAD78E1-337C-EBFF-75BB-65D891C20FE4}" dt="2025-11-26T06:20:38.537" v="11"/>
          <ac:spMkLst>
            <pc:docMk/>
            <pc:sldMk cId="2909923871" sldId="273"/>
            <ac:spMk id="9" creationId="{F05EF977-844C-193E-8CF6-707CF4F85259}"/>
          </ac:spMkLst>
        </pc:spChg>
        <pc:spChg chg="add">
          <ac:chgData name="Nahin  Mousa" userId="S::nmousa@icstars.org::8bb7ab8e-a8b7-4a39-89eb-b38233ccba78" providerId="AD" clId="Web-{6FAD78E1-337C-EBFF-75BB-65D891C20FE4}" dt="2025-11-26T06:20:38.537" v="11"/>
          <ac:spMkLst>
            <pc:docMk/>
            <pc:sldMk cId="2909923871" sldId="273"/>
            <ac:spMk id="51" creationId="{1DA35F2A-BC6A-4485-ACA0-3D9155D3C541}"/>
          </ac:spMkLst>
        </pc:spChg>
        <pc:spChg chg="add">
          <ac:chgData name="Nahin  Mousa" userId="S::nmousa@icstars.org::8bb7ab8e-a8b7-4a39-89eb-b38233ccba78" providerId="AD" clId="Web-{6FAD78E1-337C-EBFF-75BB-65D891C20FE4}" dt="2025-11-26T06:20:38.537" v="11"/>
          <ac:spMkLst>
            <pc:docMk/>
            <pc:sldMk cId="2909923871" sldId="273"/>
            <ac:spMk id="53" creationId="{E603BBD1-F027-426A-AF27-9E36D37D74F0}"/>
          </ac:spMkLst>
        </pc:spChg>
        <pc:picChg chg="mod">
          <ac:chgData name="Nahin  Mousa" userId="S::nmousa@icstars.org::8bb7ab8e-a8b7-4a39-89eb-b38233ccba78" providerId="AD" clId="Web-{6FAD78E1-337C-EBFF-75BB-65D891C20FE4}" dt="2025-11-26T06:20:38.537" v="11"/>
          <ac:picMkLst>
            <pc:docMk/>
            <pc:sldMk cId="2909923871" sldId="273"/>
            <ac:picMk id="4" creationId="{459F9F1C-29D3-01FB-C949-72E426906AA7}"/>
          </ac:picMkLst>
        </pc:picChg>
        <pc:picChg chg="mod">
          <ac:chgData name="Nahin  Mousa" userId="S::nmousa@icstars.org::8bb7ab8e-a8b7-4a39-89eb-b38233ccba78" providerId="AD" clId="Web-{6FAD78E1-337C-EBFF-75BB-65D891C20FE4}" dt="2025-11-26T06:20:38.537" v="11"/>
          <ac:picMkLst>
            <pc:docMk/>
            <pc:sldMk cId="2909923871" sldId="273"/>
            <ac:picMk id="5" creationId="{8BBD8E07-8B2A-EF93-4F4F-D391084CD86F}"/>
          </ac:picMkLst>
        </pc:picChg>
        <pc:picChg chg="add">
          <ac:chgData name="Nahin  Mousa" userId="S::nmousa@icstars.org::8bb7ab8e-a8b7-4a39-89eb-b38233ccba78" providerId="AD" clId="Web-{6FAD78E1-337C-EBFF-75BB-65D891C20FE4}" dt="2025-11-26T06:20:38.537" v="11"/>
          <ac:picMkLst>
            <pc:docMk/>
            <pc:sldMk cId="2909923871" sldId="273"/>
            <ac:picMk id="61" creationId="{5AC7EF37-C3C9-4AAD-B903-6A51781268B1}"/>
          </ac:picMkLst>
        </pc:picChg>
      </pc:sldChg>
    </pc:docChg>
  </pc:docChgLst>
  <pc:docChgLst>
    <pc:chgData name="Nahin  Mousa" userId="S::nmousa@icstars.org::8bb7ab8e-a8b7-4a39-89eb-b38233ccba78" providerId="AD" clId="Web-{026081BE-39B1-3FF6-F251-2E415544805B}"/>
    <pc:docChg chg="modSld">
      <pc:chgData name="Nahin  Mousa" userId="S::nmousa@icstars.org::8bb7ab8e-a8b7-4a39-89eb-b38233ccba78" providerId="AD" clId="Web-{026081BE-39B1-3FF6-F251-2E415544805B}" dt="2025-11-26T06:13:57.709" v="1" actId="14100"/>
      <pc:docMkLst>
        <pc:docMk/>
      </pc:docMkLst>
    </pc:docChg>
  </pc:docChgLst>
  <pc:docChgLst>
    <pc:chgData name="Nahin  Mousa" userId="S::nmousa@icstars.org::8bb7ab8e-a8b7-4a39-89eb-b38233ccba78" providerId="AD" clId="Web-{1754DB89-1554-A0A4-7DFC-B270266B2D7C}"/>
    <pc:docChg chg="modSld">
      <pc:chgData name="Nahin  Mousa" userId="S::nmousa@icstars.org::8bb7ab8e-a8b7-4a39-89eb-b38233ccba78" providerId="AD" clId="Web-{1754DB89-1554-A0A4-7DFC-B270266B2D7C}" dt="2025-12-02T14:33:51.484" v="3" actId="14100"/>
      <pc:docMkLst>
        <pc:docMk/>
      </pc:docMkLst>
      <pc:sldChg chg="modSp">
        <pc:chgData name="Nahin  Mousa" userId="S::nmousa@icstars.org::8bb7ab8e-a8b7-4a39-89eb-b38233ccba78" providerId="AD" clId="Web-{1754DB89-1554-A0A4-7DFC-B270266B2D7C}" dt="2025-12-02T14:31:44.174" v="2" actId="20577"/>
        <pc:sldMkLst>
          <pc:docMk/>
          <pc:sldMk cId="0" sldId="262"/>
        </pc:sldMkLst>
        <pc:graphicFrameChg chg="modGraphic">
          <ac:chgData name="Nahin  Mousa" userId="S::nmousa@icstars.org::8bb7ab8e-a8b7-4a39-89eb-b38233ccba78" providerId="AD" clId="Web-{1754DB89-1554-A0A4-7DFC-B270266B2D7C}" dt="2025-12-02T14:31:44.174" v="2" actId="20577"/>
          <ac:graphicFrameMkLst>
            <pc:docMk/>
            <pc:sldMk cId="0" sldId="262"/>
            <ac:graphicFrameMk id="5" creationId="{B66BB496-A1C6-F36F-4F4C-14F8E238105F}"/>
          </ac:graphicFrameMkLst>
        </pc:graphicFrameChg>
      </pc:sldChg>
      <pc:sldChg chg="modSp">
        <pc:chgData name="Nahin  Mousa" userId="S::nmousa@icstars.org::8bb7ab8e-a8b7-4a39-89eb-b38233ccba78" providerId="AD" clId="Web-{1754DB89-1554-A0A4-7DFC-B270266B2D7C}" dt="2025-12-02T14:33:51.484" v="3" actId="14100"/>
        <pc:sldMkLst>
          <pc:docMk/>
          <pc:sldMk cId="3180100145" sldId="269"/>
        </pc:sldMkLst>
        <pc:picChg chg="mod">
          <ac:chgData name="Nahin  Mousa" userId="S::nmousa@icstars.org::8bb7ab8e-a8b7-4a39-89eb-b38233ccba78" providerId="AD" clId="Web-{1754DB89-1554-A0A4-7DFC-B270266B2D7C}" dt="2025-12-02T14:33:51.484" v="3" actId="14100"/>
          <ac:picMkLst>
            <pc:docMk/>
            <pc:sldMk cId="3180100145" sldId="269"/>
            <ac:picMk id="6" creationId="{DDD77456-6E8C-BA81-C4B1-EF98EE466E89}"/>
          </ac:picMkLst>
        </pc:picChg>
      </pc:sldChg>
    </pc:docChg>
  </pc:docChgLst>
  <pc:docChgLst>
    <pc:chgData name="Nahin  Mousa" userId="S::nmousa@icstars.org::8bb7ab8e-a8b7-4a39-89eb-b38233ccba78" providerId="AD" clId="Web-{7FDDA94D-E911-F165-A279-F402DB513BD5}"/>
    <pc:docChg chg="delSld modSld">
      <pc:chgData name="Nahin  Mousa" userId="S::nmousa@icstars.org::8bb7ab8e-a8b7-4a39-89eb-b38233ccba78" providerId="AD" clId="Web-{7FDDA94D-E911-F165-A279-F402DB513BD5}" dt="2025-12-02T11:37:23.184" v="17" actId="20577"/>
      <pc:docMkLst>
        <pc:docMk/>
      </pc:docMkLst>
      <pc:sldChg chg="modSp">
        <pc:chgData name="Nahin  Mousa" userId="S::nmousa@icstars.org::8bb7ab8e-a8b7-4a39-89eb-b38233ccba78" providerId="AD" clId="Web-{7FDDA94D-E911-F165-A279-F402DB513BD5}" dt="2025-12-02T11:37:23.184" v="17" actId="20577"/>
        <pc:sldMkLst>
          <pc:docMk/>
          <pc:sldMk cId="3132279389" sldId="280"/>
        </pc:sldMkLst>
        <pc:spChg chg="mod">
          <ac:chgData name="Nahin  Mousa" userId="S::nmousa@icstars.org::8bb7ab8e-a8b7-4a39-89eb-b38233ccba78" providerId="AD" clId="Web-{7FDDA94D-E911-F165-A279-F402DB513BD5}" dt="2025-12-02T11:37:02.871" v="14" actId="1076"/>
          <ac:spMkLst>
            <pc:docMk/>
            <pc:sldMk cId="3132279389" sldId="280"/>
            <ac:spMk id="29" creationId="{EFDA5B24-8F1F-BD49-844A-429771DA9DAF}"/>
          </ac:spMkLst>
        </pc:spChg>
        <pc:spChg chg="mod">
          <ac:chgData name="Nahin  Mousa" userId="S::nmousa@icstars.org::8bb7ab8e-a8b7-4a39-89eb-b38233ccba78" providerId="AD" clId="Web-{7FDDA94D-E911-F165-A279-F402DB513BD5}" dt="2025-12-02T11:36:34.261" v="11" actId="1076"/>
          <ac:spMkLst>
            <pc:docMk/>
            <pc:sldMk cId="3132279389" sldId="280"/>
            <ac:spMk id="47" creationId="{9A6EBCB6-FAF6-8177-89E4-8C57C64648B4}"/>
          </ac:spMkLst>
        </pc:spChg>
        <pc:spChg chg="mod">
          <ac:chgData name="Nahin  Mousa" userId="S::nmousa@icstars.org::8bb7ab8e-a8b7-4a39-89eb-b38233ccba78" providerId="AD" clId="Web-{7FDDA94D-E911-F165-A279-F402DB513BD5}" dt="2025-12-02T11:37:23.184" v="17" actId="20577"/>
          <ac:spMkLst>
            <pc:docMk/>
            <pc:sldMk cId="3132279389" sldId="280"/>
            <ac:spMk id="126" creationId="{DC28F371-1842-0E52-E1E4-0AE950B2B764}"/>
          </ac:spMkLst>
        </pc:spChg>
        <pc:graphicFrameChg chg="mod">
          <ac:chgData name="Nahin  Mousa" userId="S::nmousa@icstars.org::8bb7ab8e-a8b7-4a39-89eb-b38233ccba78" providerId="AD" clId="Web-{7FDDA94D-E911-F165-A279-F402DB513BD5}" dt="2025-12-02T11:36:48.996" v="13" actId="14100"/>
          <ac:graphicFrameMkLst>
            <pc:docMk/>
            <pc:sldMk cId="3132279389" sldId="280"/>
            <ac:graphicFrameMk id="33" creationId="{309E124F-6444-C8B6-2241-8050448ED439}"/>
          </ac:graphicFrameMkLst>
        </pc:graphicFrameChg>
      </pc:sldChg>
    </pc:docChg>
  </pc:docChgLst>
  <pc:docChgLst>
    <pc:chgData name="Nahin  Mousa" userId="S::nmousa@icstars.org::8bb7ab8e-a8b7-4a39-89eb-b38233ccba78" providerId="AD" clId="Web-{F34F3B19-6535-E5FE-21AD-7BAA38FFD62C}"/>
    <pc:docChg chg="delSld modSld">
      <pc:chgData name="Nahin  Mousa" userId="S::nmousa@icstars.org::8bb7ab8e-a8b7-4a39-89eb-b38233ccba78" providerId="AD" clId="Web-{F34F3B19-6535-E5FE-21AD-7BAA38FFD62C}" dt="2025-11-26T08:31:23.509" v="57"/>
      <pc:docMkLst>
        <pc:docMk/>
      </pc:docMkLst>
      <pc:sldChg chg="modSp">
        <pc:chgData name="Nahin  Mousa" userId="S::nmousa@icstars.org::8bb7ab8e-a8b7-4a39-89eb-b38233ccba78" providerId="AD" clId="Web-{F34F3B19-6535-E5FE-21AD-7BAA38FFD62C}" dt="2025-11-26T08:25:37.319" v="3" actId="1076"/>
        <pc:sldMkLst>
          <pc:docMk/>
          <pc:sldMk cId="3180100145" sldId="269"/>
        </pc:sldMkLst>
        <pc:picChg chg="mod modCrop">
          <ac:chgData name="Nahin  Mousa" userId="S::nmousa@icstars.org::8bb7ab8e-a8b7-4a39-89eb-b38233ccba78" providerId="AD" clId="Web-{F34F3B19-6535-E5FE-21AD-7BAA38FFD62C}" dt="2025-11-26T08:25:35.006" v="2" actId="1076"/>
          <ac:picMkLst>
            <pc:docMk/>
            <pc:sldMk cId="3180100145" sldId="269"/>
            <ac:picMk id="4" creationId="{216A5F32-9D51-EC58-3A7F-B86E85C3DD7E}"/>
          </ac:picMkLst>
        </pc:picChg>
        <pc:picChg chg="mod">
          <ac:chgData name="Nahin  Mousa" userId="S::nmousa@icstars.org::8bb7ab8e-a8b7-4a39-89eb-b38233ccba78" providerId="AD" clId="Web-{F34F3B19-6535-E5FE-21AD-7BAA38FFD62C}" dt="2025-11-26T08:25:37.319" v="3" actId="1076"/>
          <ac:picMkLst>
            <pc:docMk/>
            <pc:sldMk cId="3180100145" sldId="269"/>
            <ac:picMk id="6" creationId="{DDD77456-6E8C-BA81-C4B1-EF98EE466E89}"/>
          </ac:picMkLst>
        </pc:picChg>
      </pc:sldChg>
      <pc:sldChg chg="addSp delSp modSp">
        <pc:chgData name="Nahin  Mousa" userId="S::nmousa@icstars.org::8bb7ab8e-a8b7-4a39-89eb-b38233ccba78" providerId="AD" clId="Web-{F34F3B19-6535-E5FE-21AD-7BAA38FFD62C}" dt="2025-11-26T08:29:53.017" v="51" actId="20577"/>
        <pc:sldMkLst>
          <pc:docMk/>
          <pc:sldMk cId="1140071259" sldId="270"/>
        </pc:sldMkLst>
        <pc:spChg chg="mod">
          <ac:chgData name="Nahin  Mousa" userId="S::nmousa@icstars.org::8bb7ab8e-a8b7-4a39-89eb-b38233ccba78" providerId="AD" clId="Web-{F34F3B19-6535-E5FE-21AD-7BAA38FFD62C}" dt="2025-11-26T08:29:53.017" v="51" actId="20577"/>
          <ac:spMkLst>
            <pc:docMk/>
            <pc:sldMk cId="1140071259" sldId="270"/>
            <ac:spMk id="2" creationId="{238B1F76-AA15-A9FF-09C1-B438F4A4FA5B}"/>
          </ac:spMkLst>
        </pc:spChg>
        <pc:spChg chg="mod">
          <ac:chgData name="Nahin  Mousa" userId="S::nmousa@icstars.org::8bb7ab8e-a8b7-4a39-89eb-b38233ccba78" providerId="AD" clId="Web-{F34F3B19-6535-E5FE-21AD-7BAA38FFD62C}" dt="2025-11-26T08:28:27.984" v="31" actId="1076"/>
          <ac:spMkLst>
            <pc:docMk/>
            <pc:sldMk cId="1140071259" sldId="270"/>
            <ac:spMk id="3" creationId="{1FE8E5FA-839A-E2BA-1BE8-D709768FE213}"/>
          </ac:spMkLst>
        </pc:spChg>
        <pc:spChg chg="add mod">
          <ac:chgData name="Nahin  Mousa" userId="S::nmousa@icstars.org::8bb7ab8e-a8b7-4a39-89eb-b38233ccba78" providerId="AD" clId="Web-{F34F3B19-6535-E5FE-21AD-7BAA38FFD62C}" dt="2025-11-26T08:29:19.860" v="43" actId="1076"/>
          <ac:spMkLst>
            <pc:docMk/>
            <pc:sldMk cId="1140071259" sldId="270"/>
            <ac:spMk id="12" creationId="{ED2CF946-4FFF-6399-13CD-B7E570CE3E98}"/>
          </ac:spMkLst>
        </pc:spChg>
        <pc:picChg chg="mod modCrop">
          <ac:chgData name="Nahin  Mousa" userId="S::nmousa@icstars.org::8bb7ab8e-a8b7-4a39-89eb-b38233ccba78" providerId="AD" clId="Web-{F34F3B19-6535-E5FE-21AD-7BAA38FFD62C}" dt="2025-11-26T08:28:14.624" v="27"/>
          <ac:picMkLst>
            <pc:docMk/>
            <pc:sldMk cId="1140071259" sldId="270"/>
            <ac:picMk id="4" creationId="{5A5F678C-488B-FD85-2547-4925CB9DD7C4}"/>
          </ac:picMkLst>
        </pc:picChg>
        <pc:picChg chg="add mod">
          <ac:chgData name="Nahin  Mousa" userId="S::nmousa@icstars.org::8bb7ab8e-a8b7-4a39-89eb-b38233ccba78" providerId="AD" clId="Web-{F34F3B19-6535-E5FE-21AD-7BAA38FFD62C}" dt="2025-11-26T08:29:26.610" v="44" actId="1076"/>
          <ac:picMkLst>
            <pc:docMk/>
            <pc:sldMk cId="1140071259" sldId="270"/>
            <ac:picMk id="10" creationId="{D731D028-FE1F-573B-B845-FED430C92413}"/>
          </ac:picMkLst>
        </pc:picChg>
      </pc:sldChg>
    </pc:docChg>
  </pc:docChgLst>
  <pc:docChgLst>
    <pc:chgData name="Nahin  Mousa" userId="S::nmousa@icstars.org::8bb7ab8e-a8b7-4a39-89eb-b38233ccba78" providerId="AD" clId="Web-{AD0BD286-6EB2-FBBC-6A7C-C3B94FB4D4B2}"/>
    <pc:docChg chg="modSld">
      <pc:chgData name="Nahin  Mousa" userId="S::nmousa@icstars.org::8bb7ab8e-a8b7-4a39-89eb-b38233ccba78" providerId="AD" clId="Web-{AD0BD286-6EB2-FBBC-6A7C-C3B94FB4D4B2}" dt="2025-11-25T21:36:27.621" v="55" actId="20577"/>
      <pc:docMkLst>
        <pc:docMk/>
      </pc:docMkLst>
      <pc:sldChg chg="modSp">
        <pc:chgData name="Nahin  Mousa" userId="S::nmousa@icstars.org::8bb7ab8e-a8b7-4a39-89eb-b38233ccba78" providerId="AD" clId="Web-{AD0BD286-6EB2-FBBC-6A7C-C3B94FB4D4B2}" dt="2025-11-25T21:29:43.588" v="22" actId="14100"/>
        <pc:sldMkLst>
          <pc:docMk/>
          <pc:sldMk cId="3180100145" sldId="269"/>
        </pc:sldMkLst>
        <pc:spChg chg="mod">
          <ac:chgData name="Nahin  Mousa" userId="S::nmousa@icstars.org::8bb7ab8e-a8b7-4a39-89eb-b38233ccba78" providerId="AD" clId="Web-{AD0BD286-6EB2-FBBC-6A7C-C3B94FB4D4B2}" dt="2025-11-25T21:29:20.478" v="15" actId="14100"/>
          <ac:spMkLst>
            <pc:docMk/>
            <pc:sldMk cId="3180100145" sldId="269"/>
            <ac:spMk id="2" creationId="{3A06001B-B051-3D03-793E-0901CEFACA6D}"/>
          </ac:spMkLst>
        </pc:spChg>
        <pc:spChg chg="mod">
          <ac:chgData name="Nahin  Mousa" userId="S::nmousa@icstars.org::8bb7ab8e-a8b7-4a39-89eb-b38233ccba78" providerId="AD" clId="Web-{AD0BD286-6EB2-FBBC-6A7C-C3B94FB4D4B2}" dt="2025-11-25T21:29:30.666" v="18" actId="14100"/>
          <ac:spMkLst>
            <pc:docMk/>
            <pc:sldMk cId="3180100145" sldId="269"/>
            <ac:spMk id="3" creationId="{B80DFA88-C66A-C80A-CDE9-206EA72F28ED}"/>
          </ac:spMkLst>
        </pc:spChg>
        <pc:picChg chg="mod">
          <ac:chgData name="Nahin  Mousa" userId="S::nmousa@icstars.org::8bb7ab8e-a8b7-4a39-89eb-b38233ccba78" providerId="AD" clId="Web-{AD0BD286-6EB2-FBBC-6A7C-C3B94FB4D4B2}" dt="2025-11-25T21:29:43.588" v="22" actId="14100"/>
          <ac:picMkLst>
            <pc:docMk/>
            <pc:sldMk cId="3180100145" sldId="269"/>
            <ac:picMk id="4" creationId="{216A5F32-9D51-EC58-3A7F-B86E85C3DD7E}"/>
          </ac:picMkLst>
        </pc:picChg>
      </pc:sldChg>
      <pc:sldChg chg="modSp">
        <pc:chgData name="Nahin  Mousa" userId="S::nmousa@icstars.org::8bb7ab8e-a8b7-4a39-89eb-b38233ccba78" providerId="AD" clId="Web-{AD0BD286-6EB2-FBBC-6A7C-C3B94FB4D4B2}" dt="2025-11-25T21:28:25.853" v="6" actId="1076"/>
        <pc:sldMkLst>
          <pc:docMk/>
          <pc:sldMk cId="1140071259" sldId="270"/>
        </pc:sldMkLst>
        <pc:spChg chg="mod">
          <ac:chgData name="Nahin  Mousa" userId="S::nmousa@icstars.org::8bb7ab8e-a8b7-4a39-89eb-b38233ccba78" providerId="AD" clId="Web-{AD0BD286-6EB2-FBBC-6A7C-C3B94FB4D4B2}" dt="2025-11-25T21:28:11.384" v="1" actId="14100"/>
          <ac:spMkLst>
            <pc:docMk/>
            <pc:sldMk cId="1140071259" sldId="270"/>
            <ac:spMk id="2" creationId="{238B1F76-AA15-A9FF-09C1-B438F4A4FA5B}"/>
          </ac:spMkLst>
        </pc:spChg>
        <pc:spChg chg="mod">
          <ac:chgData name="Nahin  Mousa" userId="S::nmousa@icstars.org::8bb7ab8e-a8b7-4a39-89eb-b38233ccba78" providerId="AD" clId="Web-{AD0BD286-6EB2-FBBC-6A7C-C3B94FB4D4B2}" dt="2025-11-25T21:28:16.978" v="3" actId="14100"/>
          <ac:spMkLst>
            <pc:docMk/>
            <pc:sldMk cId="1140071259" sldId="270"/>
            <ac:spMk id="3" creationId="{1FE8E5FA-839A-E2BA-1BE8-D709768FE213}"/>
          </ac:spMkLst>
        </pc:spChg>
        <pc:picChg chg="mod">
          <ac:chgData name="Nahin  Mousa" userId="S::nmousa@icstars.org::8bb7ab8e-a8b7-4a39-89eb-b38233ccba78" providerId="AD" clId="Web-{AD0BD286-6EB2-FBBC-6A7C-C3B94FB4D4B2}" dt="2025-11-25T21:28:25.853" v="6" actId="1076"/>
          <ac:picMkLst>
            <pc:docMk/>
            <pc:sldMk cId="1140071259" sldId="270"/>
            <ac:picMk id="4" creationId="{5A5F678C-488B-FD85-2547-4925CB9DD7C4}"/>
          </ac:picMkLst>
        </pc:picChg>
      </pc:sldChg>
      <pc:sldChg chg="addSp delSp modSp mod setBg setClrOvrMap">
        <pc:chgData name="Nahin  Mousa" userId="S::nmousa@icstars.org::8bb7ab8e-a8b7-4a39-89eb-b38233ccba78" providerId="AD" clId="Web-{AD0BD286-6EB2-FBBC-6A7C-C3B94FB4D4B2}" dt="2025-11-25T21:36:27.621" v="55" actId="20577"/>
        <pc:sldMkLst>
          <pc:docMk/>
          <pc:sldMk cId="265771633" sldId="279"/>
        </pc:sldMkLst>
        <pc:spChg chg="mod">
          <ac:chgData name="Nahin  Mousa" userId="S::nmousa@icstars.org::8bb7ab8e-a8b7-4a39-89eb-b38233ccba78" providerId="AD" clId="Web-{AD0BD286-6EB2-FBBC-6A7C-C3B94FB4D4B2}" dt="2025-11-25T21:34:10.230" v="38"/>
          <ac:spMkLst>
            <pc:docMk/>
            <pc:sldMk cId="265771633" sldId="279"/>
            <ac:spMk id="2" creationId="{AF535FC9-C15F-9DAD-A896-BFB5A2FAE213}"/>
          </ac:spMkLst>
        </pc:spChg>
        <pc:spChg chg="mod">
          <ac:chgData name="Nahin  Mousa" userId="S::nmousa@icstars.org::8bb7ab8e-a8b7-4a39-89eb-b38233ccba78" providerId="AD" clId="Web-{AD0BD286-6EB2-FBBC-6A7C-C3B94FB4D4B2}" dt="2025-11-25T21:36:27.621" v="55" actId="20577"/>
          <ac:spMkLst>
            <pc:docMk/>
            <pc:sldMk cId="265771633" sldId="279"/>
            <ac:spMk id="3" creationId="{C4D9C83B-4AF3-CF59-1B37-24F16251F7B2}"/>
          </ac:spMkLst>
        </pc:spChg>
        <pc:spChg chg="add">
          <ac:chgData name="Nahin  Mousa" userId="S::nmousa@icstars.org::8bb7ab8e-a8b7-4a39-89eb-b38233ccba78" providerId="AD" clId="Web-{AD0BD286-6EB2-FBBC-6A7C-C3B94FB4D4B2}" dt="2025-11-25T21:34:10.230" v="38"/>
          <ac:spMkLst>
            <pc:docMk/>
            <pc:sldMk cId="265771633" sldId="279"/>
            <ac:spMk id="19" creationId="{1C69834E-5EEE-4D61-833E-04928896454C}"/>
          </ac:spMkLst>
        </pc:spChg>
        <pc:spChg chg="add">
          <ac:chgData name="Nahin  Mousa" userId="S::nmousa@icstars.org::8bb7ab8e-a8b7-4a39-89eb-b38233ccba78" providerId="AD" clId="Web-{AD0BD286-6EB2-FBBC-6A7C-C3B94FB4D4B2}" dt="2025-11-25T21:34:10.230" v="38"/>
          <ac:spMkLst>
            <pc:docMk/>
            <pc:sldMk cId="265771633" sldId="279"/>
            <ac:spMk id="21" creationId="{58E5D9BA-46E7-4BFA-9C74-75495BF6F54D}"/>
          </ac:spMkLst>
        </pc:spChg>
        <pc:spChg chg="add">
          <ac:chgData name="Nahin  Mousa" userId="S::nmousa@icstars.org::8bb7ab8e-a8b7-4a39-89eb-b38233ccba78" providerId="AD" clId="Web-{AD0BD286-6EB2-FBBC-6A7C-C3B94FB4D4B2}" dt="2025-11-25T21:34:10.230" v="38"/>
          <ac:spMkLst>
            <pc:docMk/>
            <pc:sldMk cId="265771633" sldId="279"/>
            <ac:spMk id="22" creationId="{5B033D76-5800-44B6-AFE9-EE2106935115}"/>
          </ac:spMkLst>
        </pc:spChg>
        <pc:spChg chg="add">
          <ac:chgData name="Nahin  Mousa" userId="S::nmousa@icstars.org::8bb7ab8e-a8b7-4a39-89eb-b38233ccba78" providerId="AD" clId="Web-{AD0BD286-6EB2-FBBC-6A7C-C3B94FB4D4B2}" dt="2025-11-25T21:34:10.230" v="38"/>
          <ac:spMkLst>
            <pc:docMk/>
            <pc:sldMk cId="265771633" sldId="279"/>
            <ac:spMk id="23" creationId="{522D6F85-FFBA-4F81-AEE5-AAA17CB7AA98}"/>
          </ac:spMkLst>
        </pc:spChg>
        <pc:spChg chg="add">
          <ac:chgData name="Nahin  Mousa" userId="S::nmousa@icstars.org::8bb7ab8e-a8b7-4a39-89eb-b38233ccba78" providerId="AD" clId="Web-{AD0BD286-6EB2-FBBC-6A7C-C3B94FB4D4B2}" dt="2025-11-25T21:34:10.230" v="38"/>
          <ac:spMkLst>
            <pc:docMk/>
            <pc:sldMk cId="265771633" sldId="279"/>
            <ac:spMk id="24" creationId="{13B31514-E6DF-4357-9EEA-EFB7983080DA}"/>
          </ac:spMkLst>
        </pc:spChg>
        <pc:picChg chg="add">
          <ac:chgData name="Nahin  Mousa" userId="S::nmousa@icstars.org::8bb7ab8e-a8b7-4a39-89eb-b38233ccba78" providerId="AD" clId="Web-{AD0BD286-6EB2-FBBC-6A7C-C3B94FB4D4B2}" dt="2025-11-25T21:34:10.230" v="38"/>
          <ac:picMkLst>
            <pc:docMk/>
            <pc:sldMk cId="265771633" sldId="279"/>
            <ac:picMk id="18" creationId="{4C401D57-600A-4C91-AC9A-14CA1ED6F7D8}"/>
          </ac:picMkLst>
        </pc:picChg>
        <pc:cxnChg chg="add">
          <ac:chgData name="Nahin  Mousa" userId="S::nmousa@icstars.org::8bb7ab8e-a8b7-4a39-89eb-b38233ccba78" providerId="AD" clId="Web-{AD0BD286-6EB2-FBBC-6A7C-C3B94FB4D4B2}" dt="2025-11-25T21:34:10.230" v="38"/>
          <ac:cxnSpMkLst>
            <pc:docMk/>
            <pc:sldMk cId="265771633" sldId="279"/>
            <ac:cxnSpMk id="20" creationId="{412BDC66-00FA-4A3F-9BC7-BE05FF7705F8}"/>
          </ac:cxnSpMkLst>
        </pc:cxnChg>
      </pc:sldChg>
    </pc:docChg>
  </pc:docChgLst>
  <pc:docChgLst>
    <pc:chgData name="Nahin  Mousa" userId="S::nmousa@icstars.org::8bb7ab8e-a8b7-4a39-89eb-b38233ccba78" providerId="AD" clId="Web-{85F2049A-B19A-1110-62B3-B6AD137C0EC9}"/>
    <pc:docChg chg="modSld">
      <pc:chgData name="Nahin  Mousa" userId="S::nmousa@icstars.org::8bb7ab8e-a8b7-4a39-89eb-b38233ccba78" providerId="AD" clId="Web-{85F2049A-B19A-1110-62B3-B6AD137C0EC9}" dt="2025-12-02T01:42:04.337" v="205" actId="14100"/>
      <pc:docMkLst>
        <pc:docMk/>
      </pc:docMkLst>
      <pc:sldChg chg="addSp delSp modSp">
        <pc:chgData name="Nahin  Mousa" userId="S::nmousa@icstars.org::8bb7ab8e-a8b7-4a39-89eb-b38233ccba78" providerId="AD" clId="Web-{85F2049A-B19A-1110-62B3-B6AD137C0EC9}" dt="2025-12-02T01:42:04.337" v="205" actId="14100"/>
        <pc:sldMkLst>
          <pc:docMk/>
          <pc:sldMk cId="3132279389" sldId="280"/>
        </pc:sldMkLst>
        <pc:spChg chg="add mod">
          <ac:chgData name="Nahin  Mousa" userId="S::nmousa@icstars.org::8bb7ab8e-a8b7-4a39-89eb-b38233ccba78" providerId="AD" clId="Web-{85F2049A-B19A-1110-62B3-B6AD137C0EC9}" dt="2025-12-02T01:39:23.335" v="181" actId="20577"/>
          <ac:spMkLst>
            <pc:docMk/>
            <pc:sldMk cId="3132279389" sldId="280"/>
            <ac:spMk id="29" creationId="{EFDA5B24-8F1F-BD49-844A-429771DA9DAF}"/>
          </ac:spMkLst>
        </pc:spChg>
        <pc:spChg chg="add mod">
          <ac:chgData name="Nahin  Mousa" userId="S::nmousa@icstars.org::8bb7ab8e-a8b7-4a39-89eb-b38233ccba78" providerId="AD" clId="Web-{85F2049A-B19A-1110-62B3-B6AD137C0EC9}" dt="2025-12-02T01:41:33.478" v="200" actId="20577"/>
          <ac:spMkLst>
            <pc:docMk/>
            <pc:sldMk cId="3132279389" sldId="280"/>
            <ac:spMk id="32" creationId="{A59AFA7C-F0E1-CFAE-28F8-DBB716BAB4E3}"/>
          </ac:spMkLst>
        </pc:spChg>
        <pc:spChg chg="add mod">
          <ac:chgData name="Nahin  Mousa" userId="S::nmousa@icstars.org::8bb7ab8e-a8b7-4a39-89eb-b38233ccba78" providerId="AD" clId="Web-{85F2049A-B19A-1110-62B3-B6AD137C0EC9}" dt="2025-12-02T01:42:04.337" v="205" actId="14100"/>
          <ac:spMkLst>
            <pc:docMk/>
            <pc:sldMk cId="3132279389" sldId="280"/>
            <ac:spMk id="47" creationId="{9A6EBCB6-FAF6-8177-89E4-8C57C64648B4}"/>
          </ac:spMkLst>
        </pc:spChg>
        <pc:spChg chg="mod">
          <ac:chgData name="Nahin  Mousa" userId="S::nmousa@icstars.org::8bb7ab8e-a8b7-4a39-89eb-b38233ccba78" providerId="AD" clId="Web-{85F2049A-B19A-1110-62B3-B6AD137C0EC9}" dt="2025-12-02T01:39:30.382" v="183" actId="20577"/>
          <ac:spMkLst>
            <pc:docMk/>
            <pc:sldMk cId="3132279389" sldId="280"/>
            <ac:spMk id="126" creationId="{DC28F371-1842-0E52-E1E4-0AE950B2B764}"/>
          </ac:spMkLst>
        </pc:spChg>
        <pc:graphicFrameChg chg="mod">
          <ac:chgData name="Nahin  Mousa" userId="S::nmousa@icstars.org::8bb7ab8e-a8b7-4a39-89eb-b38233ccba78" providerId="AD" clId="Web-{85F2049A-B19A-1110-62B3-B6AD137C0EC9}" dt="2025-12-02T01:37:49.895" v="165" actId="1076"/>
          <ac:graphicFrameMkLst>
            <pc:docMk/>
            <pc:sldMk cId="3132279389" sldId="280"/>
            <ac:graphicFrameMk id="33" creationId="{309E124F-6444-C8B6-2241-8050448ED439}"/>
          </ac:graphicFrameMkLst>
        </pc:graphicFrameChg>
      </pc:sldChg>
    </pc:docChg>
  </pc:docChgLst>
  <pc:docChgLst>
    <pc:chgData name="Nahin  Mousa" userId="S::nmousa@icstars.org::8bb7ab8e-a8b7-4a39-89eb-b38233ccba78" providerId="AD" clId="Web-{1C33EF44-1886-993A-80C8-F306A696D9AE}"/>
    <pc:docChg chg="modSld">
      <pc:chgData name="Nahin  Mousa" userId="S::nmousa@icstars.org::8bb7ab8e-a8b7-4a39-89eb-b38233ccba78" providerId="AD" clId="Web-{1C33EF44-1886-993A-80C8-F306A696D9AE}" dt="2025-12-09T11:04:40.099" v="22" actId="20577"/>
      <pc:docMkLst>
        <pc:docMk/>
      </pc:docMkLst>
      <pc:sldChg chg="addSp delSp modSp">
        <pc:chgData name="Nahin  Mousa" userId="S::nmousa@icstars.org::8bb7ab8e-a8b7-4a39-89eb-b38233ccba78" providerId="AD" clId="Web-{1C33EF44-1886-993A-80C8-F306A696D9AE}" dt="2025-12-09T11:04:40.099" v="22" actId="20577"/>
        <pc:sldMkLst>
          <pc:docMk/>
          <pc:sldMk cId="2461080345" sldId="281"/>
        </pc:sldMkLst>
        <pc:spChg chg="mod">
          <ac:chgData name="Nahin  Mousa" userId="S::nmousa@icstars.org::8bb7ab8e-a8b7-4a39-89eb-b38233ccba78" providerId="AD" clId="Web-{1C33EF44-1886-993A-80C8-F306A696D9AE}" dt="2025-12-09T11:04:40.099" v="22" actId="20577"/>
          <ac:spMkLst>
            <pc:docMk/>
            <pc:sldMk cId="2461080345" sldId="281"/>
            <ac:spMk id="2" creationId="{B82E3376-5B7F-FD63-A3AF-E6FB30ECC7D2}"/>
          </ac:spMkLst>
        </pc:spChg>
        <pc:spChg chg="del">
          <ac:chgData name="Nahin  Mousa" userId="S::nmousa@icstars.org::8bb7ab8e-a8b7-4a39-89eb-b38233ccba78" providerId="AD" clId="Web-{1C33EF44-1886-993A-80C8-F306A696D9AE}" dt="2025-12-09T11:04:15.629" v="0"/>
          <ac:spMkLst>
            <pc:docMk/>
            <pc:sldMk cId="2461080345" sldId="281"/>
            <ac:spMk id="3" creationId="{0F6F4A57-1E87-5C0C-ED3D-D020607DBF18}"/>
          </ac:spMkLst>
        </pc:spChg>
        <pc:picChg chg="add mod ord">
          <ac:chgData name="Nahin  Mousa" userId="S::nmousa@icstars.org::8bb7ab8e-a8b7-4a39-89eb-b38233ccba78" providerId="AD" clId="Web-{1C33EF44-1886-993A-80C8-F306A696D9AE}" dt="2025-12-09T11:04:15.629" v="0"/>
          <ac:picMkLst>
            <pc:docMk/>
            <pc:sldMk cId="2461080345" sldId="281"/>
            <ac:picMk id="4" creationId="{FC92056C-C4B5-E156-EDC0-5EA72623DD98}"/>
          </ac:picMkLst>
        </pc:picChg>
      </pc:sldChg>
    </pc:docChg>
  </pc:docChgLst>
  <pc:docChgLst>
    <pc:chgData name="Gabrielle Williams" userId="S::gwilliams@icstars.org::46dc3e10-fe96-48b0-9e6c-cd90c63482fc" providerId="AD" clId="Web-{58F88B03-6A78-2B0E-0E8A-72B9EB40357D}"/>
    <pc:docChg chg="addSld delSld modSld">
      <pc:chgData name="Gabrielle Williams" userId="S::gwilliams@icstars.org::46dc3e10-fe96-48b0-9e6c-cd90c63482fc" providerId="AD" clId="Web-{58F88B03-6A78-2B0E-0E8A-72B9EB40357D}" dt="2025-11-25T20:48:46.792" v="27"/>
      <pc:docMkLst>
        <pc:docMk/>
      </pc:docMkLst>
      <pc:sldChg chg="addSp delSp modSp">
        <pc:chgData name="Gabrielle Williams" userId="S::gwilliams@icstars.org::46dc3e10-fe96-48b0-9e6c-cd90c63482fc" providerId="AD" clId="Web-{58F88B03-6A78-2B0E-0E8A-72B9EB40357D}" dt="2025-11-25T20:15:06.485" v="5"/>
        <pc:sldMkLst>
          <pc:docMk/>
          <pc:sldMk cId="2796847940" sldId="276"/>
        </pc:sldMkLst>
      </pc:sldChg>
      <pc:sldChg chg="modSp new">
        <pc:chgData name="Gabrielle Williams" userId="S::gwilliams@icstars.org::46dc3e10-fe96-48b0-9e6c-cd90c63482fc" providerId="AD" clId="Web-{58F88B03-6A78-2B0E-0E8A-72B9EB40357D}" dt="2025-11-25T20:48:45.370" v="26" actId="1076"/>
        <pc:sldMkLst>
          <pc:docMk/>
          <pc:sldMk cId="265771633" sldId="279"/>
        </pc:sldMkLst>
        <pc:spChg chg="mod">
          <ac:chgData name="Gabrielle Williams" userId="S::gwilliams@icstars.org::46dc3e10-fe96-48b0-9e6c-cd90c63482fc" providerId="AD" clId="Web-{58F88B03-6A78-2B0E-0E8A-72B9EB40357D}" dt="2025-11-25T20:48:45.370" v="26" actId="1076"/>
          <ac:spMkLst>
            <pc:docMk/>
            <pc:sldMk cId="265771633" sldId="279"/>
            <ac:spMk id="2" creationId="{AF535FC9-C15F-9DAD-A896-BFB5A2FAE213}"/>
          </ac:spMkLst>
        </pc:spChg>
      </pc:sldChg>
    </pc:docChg>
  </pc:docChgLst>
  <pc:docChgLst>
    <pc:chgData name="Nahin  Mousa" userId="S::nmousa@icstars.org::8bb7ab8e-a8b7-4a39-89eb-b38233ccba78" providerId="AD" clId="Web-{39E12B7B-02F6-D9C6-CD59-C4E0B17FA2F2}"/>
    <pc:docChg chg="addSld delSld modSld">
      <pc:chgData name="Nahin  Mousa" userId="S::nmousa@icstars.org::8bb7ab8e-a8b7-4a39-89eb-b38233ccba78" providerId="AD" clId="Web-{39E12B7B-02F6-D9C6-CD59-C4E0B17FA2F2}" dt="2025-12-02T01:19:19.887" v="81" actId="14100"/>
      <pc:docMkLst>
        <pc:docMk/>
      </pc:docMkLst>
      <pc:sldChg chg="modSp">
        <pc:chgData name="Nahin  Mousa" userId="S::nmousa@icstars.org::8bb7ab8e-a8b7-4a39-89eb-b38233ccba78" providerId="AD" clId="Web-{39E12B7B-02F6-D9C6-CD59-C4E0B17FA2F2}" dt="2025-12-02T01:05:58.315" v="58" actId="14100"/>
        <pc:sldMkLst>
          <pc:docMk/>
          <pc:sldMk cId="0" sldId="261"/>
        </pc:sldMkLst>
        <pc:graphicFrameChg chg="mod">
          <ac:chgData name="Nahin  Mousa" userId="S::nmousa@icstars.org::8bb7ab8e-a8b7-4a39-89eb-b38233ccba78" providerId="AD" clId="Web-{39E12B7B-02F6-D9C6-CD59-C4E0B17FA2F2}" dt="2025-12-02T01:05:58.315" v="58" actId="14100"/>
          <ac:graphicFrameMkLst>
            <pc:docMk/>
            <pc:sldMk cId="0" sldId="261"/>
            <ac:graphicFrameMk id="21" creationId="{BB48FEF1-9758-7EB0-5167-E2D9DF0641FE}"/>
          </ac:graphicFrameMkLst>
        </pc:graphicFrameChg>
      </pc:sldChg>
      <pc:sldChg chg="modSp">
        <pc:chgData name="Nahin  Mousa" userId="S::nmousa@icstars.org::8bb7ab8e-a8b7-4a39-89eb-b38233ccba78" providerId="AD" clId="Web-{39E12B7B-02F6-D9C6-CD59-C4E0B17FA2F2}" dt="2025-12-02T01:06:07.456" v="59" actId="1076"/>
        <pc:sldMkLst>
          <pc:docMk/>
          <pc:sldMk cId="4001632050" sldId="266"/>
        </pc:sldMkLst>
        <pc:graphicFrameChg chg="mod modGraphic">
          <ac:chgData name="Nahin  Mousa" userId="S::nmousa@icstars.org::8bb7ab8e-a8b7-4a39-89eb-b38233ccba78" providerId="AD" clId="Web-{39E12B7B-02F6-D9C6-CD59-C4E0B17FA2F2}" dt="2025-12-02T01:06:07.456" v="59" actId="1076"/>
          <ac:graphicFrameMkLst>
            <pc:docMk/>
            <pc:sldMk cId="4001632050" sldId="266"/>
            <ac:graphicFrameMk id="37" creationId="{A7370610-5FBA-962A-4280-5B5C69C915C8}"/>
          </ac:graphicFrameMkLst>
        </pc:graphicFrameChg>
      </pc:sldChg>
      <pc:sldChg chg="modSp">
        <pc:chgData name="Nahin  Mousa" userId="S::nmousa@icstars.org::8bb7ab8e-a8b7-4a39-89eb-b38233ccba78" providerId="AD" clId="Web-{39E12B7B-02F6-D9C6-CD59-C4E0B17FA2F2}" dt="2025-12-02T01:05:05.550" v="53" actId="20577"/>
        <pc:sldMkLst>
          <pc:docMk/>
          <pc:sldMk cId="1188061160" sldId="267"/>
        </pc:sldMkLst>
        <pc:spChg chg="mod">
          <ac:chgData name="Nahin  Mousa" userId="S::nmousa@icstars.org::8bb7ab8e-a8b7-4a39-89eb-b38233ccba78" providerId="AD" clId="Web-{39E12B7B-02F6-D9C6-CD59-C4E0B17FA2F2}" dt="2025-12-02T01:05:05.550" v="53" actId="20577"/>
          <ac:spMkLst>
            <pc:docMk/>
            <pc:sldMk cId="1188061160" sldId="267"/>
            <ac:spMk id="3" creationId="{112A5896-4D74-5E8D-535D-351C803EDD28}"/>
          </ac:spMkLst>
        </pc:spChg>
      </pc:sldChg>
      <pc:sldChg chg="modSp">
        <pc:chgData name="Nahin  Mousa" userId="S::nmousa@icstars.org::8bb7ab8e-a8b7-4a39-89eb-b38233ccba78" providerId="AD" clId="Web-{39E12B7B-02F6-D9C6-CD59-C4E0B17FA2F2}" dt="2025-12-02T00:56:42.228" v="21" actId="14100"/>
        <pc:sldMkLst>
          <pc:docMk/>
          <pc:sldMk cId="3180100145" sldId="269"/>
        </pc:sldMkLst>
        <pc:picChg chg="mod">
          <ac:chgData name="Nahin  Mousa" userId="S::nmousa@icstars.org::8bb7ab8e-a8b7-4a39-89eb-b38233ccba78" providerId="AD" clId="Web-{39E12B7B-02F6-D9C6-CD59-C4E0B17FA2F2}" dt="2025-12-02T00:56:42.228" v="21" actId="14100"/>
          <ac:picMkLst>
            <pc:docMk/>
            <pc:sldMk cId="3180100145" sldId="269"/>
            <ac:picMk id="4" creationId="{216A5F32-9D51-EC58-3A7F-B86E85C3DD7E}"/>
          </ac:picMkLst>
        </pc:picChg>
      </pc:sldChg>
      <pc:sldChg chg="addSp delSp modSp new">
        <pc:chgData name="Nahin  Mousa" userId="S::nmousa@icstars.org::8bb7ab8e-a8b7-4a39-89eb-b38233ccba78" providerId="AD" clId="Web-{39E12B7B-02F6-D9C6-CD59-C4E0B17FA2F2}" dt="2025-12-02T01:19:19.887" v="81" actId="14100"/>
        <pc:sldMkLst>
          <pc:docMk/>
          <pc:sldMk cId="3132279389" sldId="280"/>
        </pc:sldMkLst>
        <pc:spChg chg="mod">
          <ac:chgData name="Nahin  Mousa" userId="S::nmousa@icstars.org::8bb7ab8e-a8b7-4a39-89eb-b38233ccba78" providerId="AD" clId="Web-{39E12B7B-02F6-D9C6-CD59-C4E0B17FA2F2}" dt="2025-12-02T01:07:47.455" v="63" actId="20577"/>
          <ac:spMkLst>
            <pc:docMk/>
            <pc:sldMk cId="3132279389" sldId="280"/>
            <ac:spMk id="2" creationId="{CD8F4212-040F-DB83-1A36-D394FAFD85D4}"/>
          </ac:spMkLst>
        </pc:spChg>
        <pc:graphicFrameChg chg="add mod">
          <ac:chgData name="Nahin  Mousa" userId="S::nmousa@icstars.org::8bb7ab8e-a8b7-4a39-89eb-b38233ccba78" providerId="AD" clId="Web-{39E12B7B-02F6-D9C6-CD59-C4E0B17FA2F2}" dt="2025-12-02T01:19:19.887" v="81" actId="14100"/>
          <ac:graphicFrameMkLst>
            <pc:docMk/>
            <pc:sldMk cId="3132279389" sldId="280"/>
            <ac:graphicFrameMk id="33" creationId="{309E124F-6444-C8B6-2241-8050448ED439}"/>
          </ac:graphicFrameMkLst>
        </pc:graphicFrameChg>
      </pc:sldChg>
    </pc:docChg>
  </pc:docChgLst>
  <pc:docChgLst>
    <pc:chgData name="Nahin  Mousa" userId="S::nmousa@icstars.org::8bb7ab8e-a8b7-4a39-89eb-b38233ccba78" providerId="AD" clId="Web-{C4E59C27-5288-1AAF-1A8E-7B989A242D8F}"/>
    <pc:docChg chg="delSld modSld">
      <pc:chgData name="Nahin  Mousa" userId="S::nmousa@icstars.org::8bb7ab8e-a8b7-4a39-89eb-b38233ccba78" providerId="AD" clId="Web-{C4E59C27-5288-1AAF-1A8E-7B989A242D8F}" dt="2025-11-26T08:33:44.931" v="151"/>
      <pc:docMkLst>
        <pc:docMk/>
      </pc:docMkLst>
      <pc:sldChg chg="modSp">
        <pc:chgData name="Nahin  Mousa" userId="S::nmousa@icstars.org::8bb7ab8e-a8b7-4a39-89eb-b38233ccba78" providerId="AD" clId="Web-{C4E59C27-5288-1AAF-1A8E-7B989A242D8F}" dt="2025-11-26T07:18:12.603" v="8" actId="14100"/>
        <pc:sldMkLst>
          <pc:docMk/>
          <pc:sldMk cId="0" sldId="261"/>
        </pc:sldMkLst>
        <pc:graphicFrameChg chg="mod">
          <ac:chgData name="Nahin  Mousa" userId="S::nmousa@icstars.org::8bb7ab8e-a8b7-4a39-89eb-b38233ccba78" providerId="AD" clId="Web-{C4E59C27-5288-1AAF-1A8E-7B989A242D8F}" dt="2025-11-26T07:18:12.603" v="8" actId="14100"/>
          <ac:graphicFrameMkLst>
            <pc:docMk/>
            <pc:sldMk cId="0" sldId="261"/>
            <ac:graphicFrameMk id="21" creationId="{BB48FEF1-9758-7EB0-5167-E2D9DF0641FE}"/>
          </ac:graphicFrameMkLst>
        </pc:graphicFrameChg>
      </pc:sldChg>
      <pc:sldChg chg="modSp">
        <pc:chgData name="Nahin  Mousa" userId="S::nmousa@icstars.org::8bb7ab8e-a8b7-4a39-89eb-b38233ccba78" providerId="AD" clId="Web-{C4E59C27-5288-1AAF-1A8E-7B989A242D8F}" dt="2025-11-26T07:30:59.293" v="125"/>
        <pc:sldMkLst>
          <pc:docMk/>
          <pc:sldMk cId="0" sldId="262"/>
        </pc:sldMkLst>
        <pc:graphicFrameChg chg="modGraphic">
          <ac:chgData name="Nahin  Mousa" userId="S::nmousa@icstars.org::8bb7ab8e-a8b7-4a39-89eb-b38233ccba78" providerId="AD" clId="Web-{C4E59C27-5288-1AAF-1A8E-7B989A242D8F}" dt="2025-11-26T07:30:59.293" v="125"/>
          <ac:graphicFrameMkLst>
            <pc:docMk/>
            <pc:sldMk cId="0" sldId="262"/>
            <ac:graphicFrameMk id="5" creationId="{B66BB496-A1C6-F36F-4F4C-14F8E238105F}"/>
          </ac:graphicFrameMkLst>
        </pc:graphicFrameChg>
      </pc:sldChg>
      <pc:sldChg chg="modSp">
        <pc:chgData name="Nahin  Mousa" userId="S::nmousa@icstars.org::8bb7ab8e-a8b7-4a39-89eb-b38233ccba78" providerId="AD" clId="Web-{C4E59C27-5288-1AAF-1A8E-7B989A242D8F}" dt="2025-11-26T07:22:50.714" v="73"/>
        <pc:sldMkLst>
          <pc:docMk/>
          <pc:sldMk cId="4001632050" sldId="266"/>
        </pc:sldMkLst>
        <pc:graphicFrameChg chg="mod modGraphic">
          <ac:chgData name="Nahin  Mousa" userId="S::nmousa@icstars.org::8bb7ab8e-a8b7-4a39-89eb-b38233ccba78" providerId="AD" clId="Web-{C4E59C27-5288-1AAF-1A8E-7B989A242D8F}" dt="2025-11-26T07:22:50.714" v="73"/>
          <ac:graphicFrameMkLst>
            <pc:docMk/>
            <pc:sldMk cId="4001632050" sldId="266"/>
            <ac:graphicFrameMk id="37" creationId="{A7370610-5FBA-962A-4280-5B5C69C915C8}"/>
          </ac:graphicFrameMkLst>
        </pc:graphicFrameChg>
      </pc:sldChg>
      <pc:sldChg chg="addSp delSp modSp">
        <pc:chgData name="Nahin  Mousa" userId="S::nmousa@icstars.org::8bb7ab8e-a8b7-4a39-89eb-b38233ccba78" providerId="AD" clId="Web-{C4E59C27-5288-1AAF-1A8E-7B989A242D8F}" dt="2025-11-26T07:28:25.022" v="120" actId="1076"/>
        <pc:sldMkLst>
          <pc:docMk/>
          <pc:sldMk cId="3180100145" sldId="269"/>
        </pc:sldMkLst>
        <pc:spChg chg="mod">
          <ac:chgData name="Nahin  Mousa" userId="S::nmousa@icstars.org::8bb7ab8e-a8b7-4a39-89eb-b38233ccba78" providerId="AD" clId="Web-{C4E59C27-5288-1AAF-1A8E-7B989A242D8F}" dt="2025-11-26T07:27:44.053" v="113" actId="20577"/>
          <ac:spMkLst>
            <pc:docMk/>
            <pc:sldMk cId="3180100145" sldId="269"/>
            <ac:spMk id="2" creationId="{3A06001B-B051-3D03-793E-0901CEFACA6D}"/>
          </ac:spMkLst>
        </pc:spChg>
        <pc:spChg chg="mod">
          <ac:chgData name="Nahin  Mousa" userId="S::nmousa@icstars.org::8bb7ab8e-a8b7-4a39-89eb-b38233ccba78" providerId="AD" clId="Web-{C4E59C27-5288-1AAF-1A8E-7B989A242D8F}" dt="2025-11-26T07:24:25.308" v="74" actId="20577"/>
          <ac:spMkLst>
            <pc:docMk/>
            <pc:sldMk cId="3180100145" sldId="269"/>
            <ac:spMk id="3" creationId="{B80DFA88-C66A-C80A-CDE9-206EA72F28ED}"/>
          </ac:spMkLst>
        </pc:spChg>
        <pc:spChg chg="add mod">
          <ac:chgData name="Nahin  Mousa" userId="S::nmousa@icstars.org::8bb7ab8e-a8b7-4a39-89eb-b38233ccba78" providerId="AD" clId="Web-{C4E59C27-5288-1AAF-1A8E-7B989A242D8F}" dt="2025-11-26T07:28:21.772" v="119" actId="1076"/>
          <ac:spMkLst>
            <pc:docMk/>
            <pc:sldMk cId="3180100145" sldId="269"/>
            <ac:spMk id="8" creationId="{EF3B8397-FA83-C96B-8DB1-DDE88A4C6943}"/>
          </ac:spMkLst>
        </pc:spChg>
        <pc:spChg chg="add mod">
          <ac:chgData name="Nahin  Mousa" userId="S::nmousa@icstars.org::8bb7ab8e-a8b7-4a39-89eb-b38233ccba78" providerId="AD" clId="Web-{C4E59C27-5288-1AAF-1A8E-7B989A242D8F}" dt="2025-11-26T07:28:25.022" v="120" actId="1076"/>
          <ac:spMkLst>
            <pc:docMk/>
            <pc:sldMk cId="3180100145" sldId="269"/>
            <ac:spMk id="9" creationId="{2D0FF249-6F35-6A5B-64CC-1403B54E6AD9}"/>
          </ac:spMkLst>
        </pc:spChg>
        <pc:picChg chg="mod">
          <ac:chgData name="Nahin  Mousa" userId="S::nmousa@icstars.org::8bb7ab8e-a8b7-4a39-89eb-b38233ccba78" providerId="AD" clId="Web-{C4E59C27-5288-1AAF-1A8E-7B989A242D8F}" dt="2025-11-26T07:27:24.083" v="107" actId="1076"/>
          <ac:picMkLst>
            <pc:docMk/>
            <pc:sldMk cId="3180100145" sldId="269"/>
            <ac:picMk id="4" creationId="{216A5F32-9D51-EC58-3A7F-B86E85C3DD7E}"/>
          </ac:picMkLst>
        </pc:picChg>
        <pc:picChg chg="add mod modCrop">
          <ac:chgData name="Nahin  Mousa" userId="S::nmousa@icstars.org::8bb7ab8e-a8b7-4a39-89eb-b38233ccba78" providerId="AD" clId="Web-{C4E59C27-5288-1AAF-1A8E-7B989A242D8F}" dt="2025-11-26T07:25:46.730" v="85" actId="1076"/>
          <ac:picMkLst>
            <pc:docMk/>
            <pc:sldMk cId="3180100145" sldId="269"/>
            <ac:picMk id="6" creationId="{DDD77456-6E8C-BA81-C4B1-EF98EE466E89}"/>
          </ac:picMkLst>
        </pc:picChg>
      </pc:sldChg>
      <pc:sldChg chg="modSp">
        <pc:chgData name="Nahin  Mousa" userId="S::nmousa@icstars.org::8bb7ab8e-a8b7-4a39-89eb-b38233ccba78" providerId="AD" clId="Web-{C4E59C27-5288-1AAF-1A8E-7B989A242D8F}" dt="2025-11-26T07:28:39.413" v="123" actId="14100"/>
        <pc:sldMkLst>
          <pc:docMk/>
          <pc:sldMk cId="1140071259" sldId="270"/>
        </pc:sldMkLst>
        <pc:picChg chg="mod">
          <ac:chgData name="Nahin  Mousa" userId="S::nmousa@icstars.org::8bb7ab8e-a8b7-4a39-89eb-b38233ccba78" providerId="AD" clId="Web-{C4E59C27-5288-1AAF-1A8E-7B989A242D8F}" dt="2025-11-26T07:28:39.413" v="123" actId="14100"/>
          <ac:picMkLst>
            <pc:docMk/>
            <pc:sldMk cId="1140071259" sldId="270"/>
            <ac:picMk id="4" creationId="{5A5F678C-488B-FD85-2547-4925CB9DD7C4}"/>
          </ac:picMkLst>
        </pc:picChg>
      </pc:sldChg>
      <pc:sldChg chg="modSp">
        <pc:chgData name="Nahin  Mousa" userId="S::nmousa@icstars.org::8bb7ab8e-a8b7-4a39-89eb-b38233ccba78" providerId="AD" clId="Web-{C4E59C27-5288-1AAF-1A8E-7B989A242D8F}" dt="2025-11-26T07:32:18.180" v="133" actId="20577"/>
        <pc:sldMkLst>
          <pc:docMk/>
          <pc:sldMk cId="2909923871" sldId="273"/>
        </pc:sldMkLst>
        <pc:spChg chg="mod">
          <ac:chgData name="Nahin  Mousa" userId="S::nmousa@icstars.org::8bb7ab8e-a8b7-4a39-89eb-b38233ccba78" providerId="AD" clId="Web-{C4E59C27-5288-1AAF-1A8E-7B989A242D8F}" dt="2025-11-26T07:32:18.180" v="133" actId="20577"/>
          <ac:spMkLst>
            <pc:docMk/>
            <pc:sldMk cId="2909923871" sldId="273"/>
            <ac:spMk id="9" creationId="{F05EF977-844C-193E-8CF6-707CF4F85259}"/>
          </ac:spMkLst>
        </pc:spChg>
      </pc:sldChg>
      <pc:sldChg chg="addSp delSp modSp mod setBg setClrOvrMap">
        <pc:chgData name="Nahin  Mousa" userId="S::nmousa@icstars.org::8bb7ab8e-a8b7-4a39-89eb-b38233ccba78" providerId="AD" clId="Web-{C4E59C27-5288-1AAF-1A8E-7B989A242D8F}" dt="2025-11-26T08:33:44.931" v="151"/>
        <pc:sldMkLst>
          <pc:docMk/>
          <pc:sldMk cId="2796847940" sldId="276"/>
        </pc:sldMkLst>
        <pc:spChg chg="mod">
          <ac:chgData name="Nahin  Mousa" userId="S::nmousa@icstars.org::8bb7ab8e-a8b7-4a39-89eb-b38233ccba78" providerId="AD" clId="Web-{C4E59C27-5288-1AAF-1A8E-7B989A242D8F}" dt="2025-11-26T08:33:44.931" v="151"/>
          <ac:spMkLst>
            <pc:docMk/>
            <pc:sldMk cId="2796847940" sldId="276"/>
            <ac:spMk id="2" creationId="{8E30338C-4550-7BC9-4B1B-228F3FC14541}"/>
          </ac:spMkLst>
        </pc:spChg>
        <pc:spChg chg="add">
          <ac:chgData name="Nahin  Mousa" userId="S::nmousa@icstars.org::8bb7ab8e-a8b7-4a39-89eb-b38233ccba78" providerId="AD" clId="Web-{C4E59C27-5288-1AAF-1A8E-7B989A242D8F}" dt="2025-11-26T08:33:44.931" v="151"/>
          <ac:spMkLst>
            <pc:docMk/>
            <pc:sldMk cId="2796847940" sldId="276"/>
            <ac:spMk id="87" creationId="{23522FE7-5A29-4EF6-B1EF-2CA55748A772}"/>
          </ac:spMkLst>
        </pc:spChg>
        <pc:spChg chg="add">
          <ac:chgData name="Nahin  Mousa" userId="S::nmousa@icstars.org::8bb7ab8e-a8b7-4a39-89eb-b38233ccba78" providerId="AD" clId="Web-{C4E59C27-5288-1AAF-1A8E-7B989A242D8F}" dt="2025-11-26T08:33:44.931" v="151"/>
          <ac:spMkLst>
            <pc:docMk/>
            <pc:sldMk cId="2796847940" sldId="276"/>
            <ac:spMk id="91" creationId="{C19E4D56-5E62-4549-BCC4-A82368B2A720}"/>
          </ac:spMkLst>
        </pc:spChg>
        <pc:spChg chg="add">
          <ac:chgData name="Nahin  Mousa" userId="S::nmousa@icstars.org::8bb7ab8e-a8b7-4a39-89eb-b38233ccba78" providerId="AD" clId="Web-{C4E59C27-5288-1AAF-1A8E-7B989A242D8F}" dt="2025-11-26T08:33:44.931" v="151"/>
          <ac:spMkLst>
            <pc:docMk/>
            <pc:sldMk cId="2796847940" sldId="276"/>
            <ac:spMk id="92" creationId="{57020A0F-03ED-4D33-B5E8-1BE6A6BB96DB}"/>
          </ac:spMkLst>
        </pc:spChg>
        <pc:picChg chg="add">
          <ac:chgData name="Nahin  Mousa" userId="S::nmousa@icstars.org::8bb7ab8e-a8b7-4a39-89eb-b38233ccba78" providerId="AD" clId="Web-{C4E59C27-5288-1AAF-1A8E-7B989A242D8F}" dt="2025-11-26T08:33:44.931" v="151"/>
          <ac:picMkLst>
            <pc:docMk/>
            <pc:sldMk cId="2796847940" sldId="276"/>
            <ac:picMk id="88" creationId="{C2192E09-EBC7-416C-B887-DFF915D7F43D}"/>
          </ac:picMkLst>
        </pc:picChg>
        <pc:cxnChg chg="add">
          <ac:chgData name="Nahin  Mousa" userId="S::nmousa@icstars.org::8bb7ab8e-a8b7-4a39-89eb-b38233ccba78" providerId="AD" clId="Web-{C4E59C27-5288-1AAF-1A8E-7B989A242D8F}" dt="2025-11-26T08:33:44.931" v="151"/>
          <ac:cxnSpMkLst>
            <pc:docMk/>
            <pc:sldMk cId="2796847940" sldId="276"/>
            <ac:cxnSpMk id="90" creationId="{3BBC7667-C352-4842-9AFD-E5C16AD002F4}"/>
          </ac:cxnSpMkLst>
        </pc:cxnChg>
      </pc:sldChg>
    </pc:docChg>
  </pc:docChgLst>
  <pc:docChgLst>
    <pc:chgData name="Gabrielle Williams" userId="S::gwilliams@icstars.org::46dc3e10-fe96-48b0-9e6c-cd90c63482fc" providerId="AD" clId="Web-{5131375D-FB4A-5901-B3E5-D6AA5B35C203}"/>
    <pc:docChg chg="delSld">
      <pc:chgData name="Gabrielle Williams" userId="S::gwilliams@icstars.org::46dc3e10-fe96-48b0-9e6c-cd90c63482fc" providerId="AD" clId="Web-{5131375D-FB4A-5901-B3E5-D6AA5B35C203}" dt="2025-11-26T17:36:41.810" v="0"/>
      <pc:docMkLst>
        <pc:docMk/>
      </pc:docMkLst>
    </pc:docChg>
  </pc:docChgLst>
  <pc:docChgLst>
    <pc:chgData name="Nahin  Mousa" userId="S::nmousa@icstars.org::8bb7ab8e-a8b7-4a39-89eb-b38233ccba78" providerId="AD" clId="Web-{1E5C1DA4-1F21-F74B-7006-C1B8B66AD578}"/>
    <pc:docChg chg="modSld">
      <pc:chgData name="Nahin  Mousa" userId="S::nmousa@icstars.org::8bb7ab8e-a8b7-4a39-89eb-b38233ccba78" providerId="AD" clId="Web-{1E5C1DA4-1F21-F74B-7006-C1B8B66AD578}" dt="2025-12-02T11:55:23.045" v="142"/>
      <pc:docMkLst>
        <pc:docMk/>
      </pc:docMkLst>
      <pc:sldChg chg="addSp delSp modSp">
        <pc:chgData name="Nahin  Mousa" userId="S::nmousa@icstars.org::8bb7ab8e-a8b7-4a39-89eb-b38233ccba78" providerId="AD" clId="Web-{1E5C1DA4-1F21-F74B-7006-C1B8B66AD578}" dt="2025-12-02T11:55:23.045" v="142"/>
        <pc:sldMkLst>
          <pc:docMk/>
          <pc:sldMk cId="3132279389" sldId="280"/>
        </pc:sldMkLst>
        <pc:spChg chg="mod">
          <ac:chgData name="Nahin  Mousa" userId="S::nmousa@icstars.org::8bb7ab8e-a8b7-4a39-89eb-b38233ccba78" providerId="AD" clId="Web-{1E5C1DA4-1F21-F74B-7006-C1B8B66AD578}" dt="2025-12-02T11:53:08.700" v="131" actId="14100"/>
          <ac:spMkLst>
            <pc:docMk/>
            <pc:sldMk cId="3132279389" sldId="280"/>
            <ac:spMk id="2" creationId="{CD8F4212-040F-DB83-1A36-D394FAFD85D4}"/>
          </ac:spMkLst>
        </pc:spChg>
        <pc:spChg chg="add mod">
          <ac:chgData name="Nahin  Mousa" userId="S::nmousa@icstars.org::8bb7ab8e-a8b7-4a39-89eb-b38233ccba78" providerId="AD" clId="Web-{1E5C1DA4-1F21-F74B-7006-C1B8B66AD578}" dt="2025-12-02T11:53:32.559" v="132" actId="1076"/>
          <ac:spMkLst>
            <pc:docMk/>
            <pc:sldMk cId="3132279389" sldId="280"/>
            <ac:spMk id="16" creationId="{C05CA26E-1284-9B30-06EA-3D2B1A1118CD}"/>
          </ac:spMkLst>
        </pc:spChg>
        <pc:spChg chg="mod">
          <ac:chgData name="Nahin  Mousa" userId="S::nmousa@icstars.org::8bb7ab8e-a8b7-4a39-89eb-b38233ccba78" providerId="AD" clId="Web-{1E5C1DA4-1F21-F74B-7006-C1B8B66AD578}" dt="2025-12-02T11:49:06.335" v="101" actId="1076"/>
          <ac:spMkLst>
            <pc:docMk/>
            <pc:sldMk cId="3132279389" sldId="280"/>
            <ac:spMk id="29" creationId="{EFDA5B24-8F1F-BD49-844A-429771DA9DAF}"/>
          </ac:spMkLst>
        </pc:spChg>
        <pc:spChg chg="mod">
          <ac:chgData name="Nahin  Mousa" userId="S::nmousa@icstars.org::8bb7ab8e-a8b7-4a39-89eb-b38233ccba78" providerId="AD" clId="Web-{1E5C1DA4-1F21-F74B-7006-C1B8B66AD578}" dt="2025-12-02T11:49:25.273" v="102" actId="1076"/>
          <ac:spMkLst>
            <pc:docMk/>
            <pc:sldMk cId="3132279389" sldId="280"/>
            <ac:spMk id="32" creationId="{A59AFA7C-F0E1-CFAE-28F8-DBB716BAB4E3}"/>
          </ac:spMkLst>
        </pc:spChg>
        <pc:spChg chg="mod">
          <ac:chgData name="Nahin  Mousa" userId="S::nmousa@icstars.org::8bb7ab8e-a8b7-4a39-89eb-b38233ccba78" providerId="AD" clId="Web-{1E5C1DA4-1F21-F74B-7006-C1B8B66AD578}" dt="2025-12-02T11:52:00.277" v="117" actId="1076"/>
          <ac:spMkLst>
            <pc:docMk/>
            <pc:sldMk cId="3132279389" sldId="280"/>
            <ac:spMk id="47" creationId="{9A6EBCB6-FAF6-8177-89E4-8C57C64648B4}"/>
          </ac:spMkLst>
        </pc:spChg>
        <pc:spChg chg="add mod ord">
          <ac:chgData name="Nahin  Mousa" userId="S::nmousa@icstars.org::8bb7ab8e-a8b7-4a39-89eb-b38233ccba78" providerId="AD" clId="Web-{1E5C1DA4-1F21-F74B-7006-C1B8B66AD578}" dt="2025-12-02T11:52:27.090" v="121" actId="1076"/>
          <ac:spMkLst>
            <pc:docMk/>
            <pc:sldMk cId="3132279389" sldId="280"/>
            <ac:spMk id="48" creationId="{83982DDF-AFBA-086C-24D0-0FB3E9E06AE6}"/>
          </ac:spMkLst>
        </pc:spChg>
        <pc:spChg chg="add mod ord">
          <ac:chgData name="Nahin  Mousa" userId="S::nmousa@icstars.org::8bb7ab8e-a8b7-4a39-89eb-b38233ccba78" providerId="AD" clId="Web-{1E5C1DA4-1F21-F74B-7006-C1B8B66AD578}" dt="2025-12-02T11:51:35.042" v="112"/>
          <ac:spMkLst>
            <pc:docMk/>
            <pc:sldMk cId="3132279389" sldId="280"/>
            <ac:spMk id="49" creationId="{9A35C169-1DB9-55D8-1D55-1FB40C783AA6}"/>
          </ac:spMkLst>
        </pc:spChg>
        <pc:spChg chg="add mod ord">
          <ac:chgData name="Nahin  Mousa" userId="S::nmousa@icstars.org::8bb7ab8e-a8b7-4a39-89eb-b38233ccba78" providerId="AD" clId="Web-{1E5C1DA4-1F21-F74B-7006-C1B8B66AD578}" dt="2025-12-02T11:52:14.011" v="119" actId="1076"/>
          <ac:spMkLst>
            <pc:docMk/>
            <pc:sldMk cId="3132279389" sldId="280"/>
            <ac:spMk id="50" creationId="{02115ECE-4367-B754-4A1B-EE1ABDF72E18}"/>
          </ac:spMkLst>
        </pc:spChg>
        <pc:spChg chg="add mod">
          <ac:chgData name="Nahin  Mousa" userId="S::nmousa@icstars.org::8bb7ab8e-a8b7-4a39-89eb-b38233ccba78" providerId="AD" clId="Web-{1E5C1DA4-1F21-F74B-7006-C1B8B66AD578}" dt="2025-12-02T11:52:18.058" v="120" actId="1076"/>
          <ac:spMkLst>
            <pc:docMk/>
            <pc:sldMk cId="3132279389" sldId="280"/>
            <ac:spMk id="126" creationId="{DC28F371-1842-0E52-E1E4-0AE950B2B764}"/>
          </ac:spMkLst>
        </pc:spChg>
        <pc:graphicFrameChg chg="mod modGraphic">
          <ac:chgData name="Nahin  Mousa" userId="S::nmousa@icstars.org::8bb7ab8e-a8b7-4a39-89eb-b38233ccba78" providerId="AD" clId="Web-{1E5C1DA4-1F21-F74B-7006-C1B8B66AD578}" dt="2025-12-02T11:55:23.045" v="142"/>
          <ac:graphicFrameMkLst>
            <pc:docMk/>
            <pc:sldMk cId="3132279389" sldId="280"/>
            <ac:graphicFrameMk id="33" creationId="{309E124F-6444-C8B6-2241-8050448ED439}"/>
          </ac:graphicFrameMkLst>
        </pc:graphicFrameChg>
      </pc:sldChg>
    </pc:docChg>
  </pc:docChgLst>
  <pc:docChgLst>
    <pc:chgData name="Touly Vang" userId="S::tvang@icstars.org::42c41cb6-d5c0-42fc-a4e9-65129cdfa3f8" providerId="AD" clId="Web-{3E3288F3-E308-6F3E-1CC7-82A27675DFE1}"/>
    <pc:docChg chg="modSld">
      <pc:chgData name="Touly Vang" userId="S::tvang@icstars.org::42c41cb6-d5c0-42fc-a4e9-65129cdfa3f8" providerId="AD" clId="Web-{3E3288F3-E308-6F3E-1CC7-82A27675DFE1}" dt="2025-11-25T21:28:42.478" v="38" actId="20577"/>
      <pc:docMkLst>
        <pc:docMk/>
      </pc:docMkLst>
      <pc:sldChg chg="modSp">
        <pc:chgData name="Touly Vang" userId="S::tvang@icstars.org::42c41cb6-d5c0-42fc-a4e9-65129cdfa3f8" providerId="AD" clId="Web-{3E3288F3-E308-6F3E-1CC7-82A27675DFE1}" dt="2025-11-25T21:28:42.478" v="38" actId="20577"/>
        <pc:sldMkLst>
          <pc:docMk/>
          <pc:sldMk cId="0" sldId="256"/>
        </pc:sldMkLst>
        <pc:spChg chg="mod">
          <ac:chgData name="Touly Vang" userId="S::tvang@icstars.org::42c41cb6-d5c0-42fc-a4e9-65129cdfa3f8" providerId="AD" clId="Web-{3E3288F3-E308-6F3E-1CC7-82A27675DFE1}" dt="2025-11-25T21:28:42.478" v="38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Touly Vang" userId="S::tvang@icstars.org::42c41cb6-d5c0-42fc-a4e9-65129cdfa3f8" providerId="AD" clId="Web-{3E3288F3-E308-6F3E-1CC7-82A27675DFE1}" dt="2025-11-25T21:28:32.447" v="35" actId="20577"/>
        <pc:sldMkLst>
          <pc:docMk/>
          <pc:sldMk cId="2909923871" sldId="273"/>
        </pc:sldMkLst>
        <pc:spChg chg="mod">
          <ac:chgData name="Touly Vang" userId="S::tvang@icstars.org::42c41cb6-d5c0-42fc-a4e9-65129cdfa3f8" providerId="AD" clId="Web-{3E3288F3-E308-6F3E-1CC7-82A27675DFE1}" dt="2025-11-25T21:28:32.447" v="35" actId="20577"/>
          <ac:spMkLst>
            <pc:docMk/>
            <pc:sldMk cId="2909923871" sldId="273"/>
            <ac:spMk id="9" creationId="{F05EF977-844C-193E-8CF6-707CF4F85259}"/>
          </ac:spMkLst>
        </pc:spChg>
      </pc:sldChg>
    </pc:docChg>
  </pc:docChgLst>
  <pc:docChgLst>
    <pc:chgData name="Nahin  Mousa" userId="S::nmousa@icstars.org::8bb7ab8e-a8b7-4a39-89eb-b38233ccba78" providerId="AD" clId="Web-{41D2BE68-67BB-A269-489C-75634BF85E4D}"/>
    <pc:docChg chg="addSld">
      <pc:chgData name="Nahin  Mousa" userId="S::nmousa@icstars.org::8bb7ab8e-a8b7-4a39-89eb-b38233ccba78" providerId="AD" clId="Web-{41D2BE68-67BB-A269-489C-75634BF85E4D}" dt="2025-12-09T11:01:48.361" v="0"/>
      <pc:docMkLst>
        <pc:docMk/>
      </pc:docMkLst>
      <pc:sldChg chg="new">
        <pc:chgData name="Nahin  Mousa" userId="S::nmousa@icstars.org::8bb7ab8e-a8b7-4a39-89eb-b38233ccba78" providerId="AD" clId="Web-{41D2BE68-67BB-A269-489C-75634BF85E4D}" dt="2025-12-09T11:01:48.361" v="0"/>
        <pc:sldMkLst>
          <pc:docMk/>
          <pc:sldMk cId="2461080345" sldId="281"/>
        </pc:sldMkLst>
      </pc:sldChg>
    </pc:docChg>
  </pc:docChgLst>
  <pc:docChgLst>
    <pc:chgData name="Gabrielle Williams" userId="S::gwilliams@icstars.org::46dc3e10-fe96-48b0-9e6c-cd90c63482fc" providerId="AD" clId="Web-{CDA5CDFE-48A6-3F7F-FFCE-002ABF0E4718}"/>
    <pc:docChg chg="modSld">
      <pc:chgData name="Gabrielle Williams" userId="S::gwilliams@icstars.org::46dc3e10-fe96-48b0-9e6c-cd90c63482fc" providerId="AD" clId="Web-{CDA5CDFE-48A6-3F7F-FFCE-002ABF0E4718}" dt="2025-12-02T07:20:07.444" v="2" actId="20577"/>
      <pc:docMkLst>
        <pc:docMk/>
      </pc:docMkLst>
      <pc:sldChg chg="modSp">
        <pc:chgData name="Gabrielle Williams" userId="S::gwilliams@icstars.org::46dc3e10-fe96-48b0-9e6c-cd90c63482fc" providerId="AD" clId="Web-{CDA5CDFE-48A6-3F7F-FFCE-002ABF0E4718}" dt="2025-12-02T07:20:07.444" v="2" actId="20577"/>
        <pc:sldMkLst>
          <pc:docMk/>
          <pc:sldMk cId="0" sldId="264"/>
        </pc:sldMkLst>
        <pc:graphicFrameChg chg="modGraphic">
          <ac:chgData name="Gabrielle Williams" userId="S::gwilliams@icstars.org::46dc3e10-fe96-48b0-9e6c-cd90c63482fc" providerId="AD" clId="Web-{CDA5CDFE-48A6-3F7F-FFCE-002ABF0E4718}" dt="2025-12-02T07:20:07.444" v="2" actId="20577"/>
          <ac:graphicFrameMkLst>
            <pc:docMk/>
            <pc:sldMk cId="0" sldId="264"/>
            <ac:graphicFrameMk id="5" creationId="{1357DDE8-C90D-009D-0A35-03D819C4BA57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2B2297-C17D-4131-BA86-82C473F9508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E87E4AF-5B64-4D10-B134-9704FEF20D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Slower IT resolution times.</a:t>
          </a:r>
        </a:p>
      </dgm:t>
    </dgm:pt>
    <dgm:pt modelId="{EB55F800-4B27-464A-9502-B6FCA25ACC3A}" type="parTrans" cxnId="{79954185-727D-4AB3-A5DA-C3CFB8729085}">
      <dgm:prSet/>
      <dgm:spPr/>
      <dgm:t>
        <a:bodyPr/>
        <a:lstStyle/>
        <a:p>
          <a:endParaRPr lang="en-US"/>
        </a:p>
      </dgm:t>
    </dgm:pt>
    <dgm:pt modelId="{7E66EFA8-D62E-4689-9624-F34621275644}" type="sibTrans" cxnId="{79954185-727D-4AB3-A5DA-C3CFB87290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30DAF0F-363E-4D5D-BDBE-58E4367613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Reduced productivity.</a:t>
          </a:r>
        </a:p>
      </dgm:t>
    </dgm:pt>
    <dgm:pt modelId="{C3C71FE1-B1A6-42B6-8BE4-1D34F13EE693}" type="parTrans" cxnId="{C0B2AC7F-FD6B-4275-8F61-F9808325B704}">
      <dgm:prSet/>
      <dgm:spPr/>
      <dgm:t>
        <a:bodyPr/>
        <a:lstStyle/>
        <a:p>
          <a:endParaRPr lang="en-US"/>
        </a:p>
      </dgm:t>
    </dgm:pt>
    <dgm:pt modelId="{EC13FCB6-8292-4155-B00F-A61C0C649B81}" type="sibTrans" cxnId="{C0B2AC7F-FD6B-4275-8F61-F9808325B70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DD3EED-13B7-4832-8B4A-FD6DBBEDAB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 volume of repetitive IT questions.</a:t>
          </a:r>
        </a:p>
      </dgm:t>
    </dgm:pt>
    <dgm:pt modelId="{19A15422-50F2-407C-85B4-F9FAB6D3DAD4}" type="parTrans" cxnId="{16DA644E-A245-4CE7-A5D1-24BAF05667A8}">
      <dgm:prSet/>
      <dgm:spPr/>
      <dgm:t>
        <a:bodyPr/>
        <a:lstStyle/>
        <a:p>
          <a:endParaRPr lang="en-US"/>
        </a:p>
      </dgm:t>
    </dgm:pt>
    <dgm:pt modelId="{D09F509F-0196-414D-A761-9CC8E5ED8166}" type="sibTrans" cxnId="{16DA644E-A245-4CE7-A5D1-24BAF05667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ABDE85-0BA5-455C-B5F5-3A52F549CD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Risk of using outdated documents.</a:t>
          </a:r>
        </a:p>
      </dgm:t>
    </dgm:pt>
    <dgm:pt modelId="{DE8463B7-C446-426D-AC42-A47D92FABA4A}" type="parTrans" cxnId="{1BC71CEC-C5EC-4E56-B92B-508C360EFD01}">
      <dgm:prSet/>
      <dgm:spPr/>
      <dgm:t>
        <a:bodyPr/>
        <a:lstStyle/>
        <a:p>
          <a:endParaRPr lang="en-US"/>
        </a:p>
      </dgm:t>
    </dgm:pt>
    <dgm:pt modelId="{5AC056D1-0C02-4BA6-B98C-10F06043F2C3}" type="sibTrans" cxnId="{1BC71CEC-C5EC-4E56-B92B-508C360EFD01}">
      <dgm:prSet/>
      <dgm:spPr/>
      <dgm:t>
        <a:bodyPr/>
        <a:lstStyle/>
        <a:p>
          <a:endParaRPr lang="en-US"/>
        </a:p>
      </dgm:t>
    </dgm:pt>
    <dgm:pt modelId="{D1D08EC6-6197-4CE9-A75D-BAECA861FB68}" type="pres">
      <dgm:prSet presAssocID="{AC2B2297-C17D-4131-BA86-82C473F9508B}" presName="root" presStyleCnt="0">
        <dgm:presLayoutVars>
          <dgm:dir/>
          <dgm:resizeHandles val="exact"/>
        </dgm:presLayoutVars>
      </dgm:prSet>
      <dgm:spPr/>
    </dgm:pt>
    <dgm:pt modelId="{31443AE7-A6D1-4EFF-9564-4B0D41192A60}" type="pres">
      <dgm:prSet presAssocID="{5E87E4AF-5B64-4D10-B134-9704FEF20DBF}" presName="compNode" presStyleCnt="0"/>
      <dgm:spPr/>
    </dgm:pt>
    <dgm:pt modelId="{ABC06FDF-BA54-4A64-B290-86F4E17B1353}" type="pres">
      <dgm:prSet presAssocID="{5E87E4AF-5B64-4D10-B134-9704FEF20DBF}" presName="bgRect" presStyleLbl="bgShp" presStyleIdx="0" presStyleCnt="4"/>
      <dgm:spPr/>
    </dgm:pt>
    <dgm:pt modelId="{E986E408-C063-4273-B752-467740BDB2AE}" type="pres">
      <dgm:prSet presAssocID="{5E87E4AF-5B64-4D10-B134-9704FEF20DB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E0F75B7E-09CE-4E9B-9B95-119CEB63FB4B}" type="pres">
      <dgm:prSet presAssocID="{5E87E4AF-5B64-4D10-B134-9704FEF20DBF}" presName="spaceRect" presStyleCnt="0"/>
      <dgm:spPr/>
    </dgm:pt>
    <dgm:pt modelId="{4A0AD74F-B03E-49B3-B568-553E1FC53E09}" type="pres">
      <dgm:prSet presAssocID="{5E87E4AF-5B64-4D10-B134-9704FEF20DBF}" presName="parTx" presStyleLbl="revTx" presStyleIdx="0" presStyleCnt="4">
        <dgm:presLayoutVars>
          <dgm:chMax val="0"/>
          <dgm:chPref val="0"/>
        </dgm:presLayoutVars>
      </dgm:prSet>
      <dgm:spPr/>
    </dgm:pt>
    <dgm:pt modelId="{367D9013-275D-4357-A71A-06F2666C59CA}" type="pres">
      <dgm:prSet presAssocID="{7E66EFA8-D62E-4689-9624-F34621275644}" presName="sibTrans" presStyleCnt="0"/>
      <dgm:spPr/>
    </dgm:pt>
    <dgm:pt modelId="{8EE90C81-2277-44C1-9A7F-847FF86061EC}" type="pres">
      <dgm:prSet presAssocID="{B30DAF0F-363E-4D5D-BDBE-58E4367613F2}" presName="compNode" presStyleCnt="0"/>
      <dgm:spPr/>
    </dgm:pt>
    <dgm:pt modelId="{9CD3676D-7275-4E32-ADFC-220E9DF0AE0F}" type="pres">
      <dgm:prSet presAssocID="{B30DAF0F-363E-4D5D-BDBE-58E4367613F2}" presName="bgRect" presStyleLbl="bgShp" presStyleIdx="1" presStyleCnt="4"/>
      <dgm:spPr/>
    </dgm:pt>
    <dgm:pt modelId="{A2999301-FE81-4A27-ABF8-1CE6D14C981A}" type="pres">
      <dgm:prSet presAssocID="{B30DAF0F-363E-4D5D-BDBE-58E4367613F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6317762-AE76-4970-A776-1E324BDE6642}" type="pres">
      <dgm:prSet presAssocID="{B30DAF0F-363E-4D5D-BDBE-58E4367613F2}" presName="spaceRect" presStyleCnt="0"/>
      <dgm:spPr/>
    </dgm:pt>
    <dgm:pt modelId="{3609968B-4467-4C35-A40A-CC5385C27E56}" type="pres">
      <dgm:prSet presAssocID="{B30DAF0F-363E-4D5D-BDBE-58E4367613F2}" presName="parTx" presStyleLbl="revTx" presStyleIdx="1" presStyleCnt="4">
        <dgm:presLayoutVars>
          <dgm:chMax val="0"/>
          <dgm:chPref val="0"/>
        </dgm:presLayoutVars>
      </dgm:prSet>
      <dgm:spPr/>
    </dgm:pt>
    <dgm:pt modelId="{CF086282-0D73-4DA3-A52B-B5864BA7339A}" type="pres">
      <dgm:prSet presAssocID="{EC13FCB6-8292-4155-B00F-A61C0C649B81}" presName="sibTrans" presStyleCnt="0"/>
      <dgm:spPr/>
    </dgm:pt>
    <dgm:pt modelId="{B3690096-B7D7-4D97-947A-E0E6F056D69F}" type="pres">
      <dgm:prSet presAssocID="{E5DD3EED-13B7-4832-8B4A-FD6DBBEDABEC}" presName="compNode" presStyleCnt="0"/>
      <dgm:spPr/>
    </dgm:pt>
    <dgm:pt modelId="{40366F6A-69E9-4416-B324-0BDC833ADCD8}" type="pres">
      <dgm:prSet presAssocID="{E5DD3EED-13B7-4832-8B4A-FD6DBBEDABEC}" presName="bgRect" presStyleLbl="bgShp" presStyleIdx="2" presStyleCnt="4"/>
      <dgm:spPr/>
    </dgm:pt>
    <dgm:pt modelId="{79F5A71E-3642-4FCC-83D5-145C603B7DA2}" type="pres">
      <dgm:prSet presAssocID="{E5DD3EED-13B7-4832-8B4A-FD6DBBEDABE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3686B17E-8693-4E43-A630-011CA183FAD2}" type="pres">
      <dgm:prSet presAssocID="{E5DD3EED-13B7-4832-8B4A-FD6DBBEDABEC}" presName="spaceRect" presStyleCnt="0"/>
      <dgm:spPr/>
    </dgm:pt>
    <dgm:pt modelId="{C3B4BA52-6B43-4ACA-B5E4-5118BBD051E8}" type="pres">
      <dgm:prSet presAssocID="{E5DD3EED-13B7-4832-8B4A-FD6DBBEDABEC}" presName="parTx" presStyleLbl="revTx" presStyleIdx="2" presStyleCnt="4">
        <dgm:presLayoutVars>
          <dgm:chMax val="0"/>
          <dgm:chPref val="0"/>
        </dgm:presLayoutVars>
      </dgm:prSet>
      <dgm:spPr/>
    </dgm:pt>
    <dgm:pt modelId="{7A569DBE-44E9-49C5-8DAF-AF36F5E77DDE}" type="pres">
      <dgm:prSet presAssocID="{D09F509F-0196-414D-A761-9CC8E5ED8166}" presName="sibTrans" presStyleCnt="0"/>
      <dgm:spPr/>
    </dgm:pt>
    <dgm:pt modelId="{138C6CB8-CBB7-4AC1-BB0D-C321B91D4C6B}" type="pres">
      <dgm:prSet presAssocID="{9DABDE85-0BA5-455C-B5F5-3A52F549CDBD}" presName="compNode" presStyleCnt="0"/>
      <dgm:spPr/>
    </dgm:pt>
    <dgm:pt modelId="{248D6D2F-0E0F-4FAE-842A-FBFA2F56FCEF}" type="pres">
      <dgm:prSet presAssocID="{9DABDE85-0BA5-455C-B5F5-3A52F549CDBD}" presName="bgRect" presStyleLbl="bgShp" presStyleIdx="3" presStyleCnt="4"/>
      <dgm:spPr/>
    </dgm:pt>
    <dgm:pt modelId="{9AA907DD-A204-4298-A41F-B768BF9E4FC6}" type="pres">
      <dgm:prSet presAssocID="{9DABDE85-0BA5-455C-B5F5-3A52F549CDB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F0A8C33-F3E4-45E5-8543-1330D3E8F0D5}" type="pres">
      <dgm:prSet presAssocID="{9DABDE85-0BA5-455C-B5F5-3A52F549CDBD}" presName="spaceRect" presStyleCnt="0"/>
      <dgm:spPr/>
    </dgm:pt>
    <dgm:pt modelId="{508325F2-2129-4D08-AA34-016B706D2DD2}" type="pres">
      <dgm:prSet presAssocID="{9DABDE85-0BA5-455C-B5F5-3A52F549CDB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ACE5C33-0E82-4A9F-B146-5FE8D34BFA17}" type="presOf" srcId="{5E87E4AF-5B64-4D10-B134-9704FEF20DBF}" destId="{4A0AD74F-B03E-49B3-B568-553E1FC53E09}" srcOrd="0" destOrd="0" presId="urn:microsoft.com/office/officeart/2018/2/layout/IconVerticalSolidList"/>
    <dgm:cxn modelId="{2D5B2844-1F35-4AAF-BE39-8AA20BE3D353}" type="presOf" srcId="{AC2B2297-C17D-4131-BA86-82C473F9508B}" destId="{D1D08EC6-6197-4CE9-A75D-BAECA861FB68}" srcOrd="0" destOrd="0" presId="urn:microsoft.com/office/officeart/2018/2/layout/IconVerticalSolidList"/>
    <dgm:cxn modelId="{16DA644E-A245-4CE7-A5D1-24BAF05667A8}" srcId="{AC2B2297-C17D-4131-BA86-82C473F9508B}" destId="{E5DD3EED-13B7-4832-8B4A-FD6DBBEDABEC}" srcOrd="2" destOrd="0" parTransId="{19A15422-50F2-407C-85B4-F9FAB6D3DAD4}" sibTransId="{D09F509F-0196-414D-A761-9CC8E5ED8166}"/>
    <dgm:cxn modelId="{3BA7687F-7F00-4139-B546-CF23FCCE6C04}" type="presOf" srcId="{9DABDE85-0BA5-455C-B5F5-3A52F549CDBD}" destId="{508325F2-2129-4D08-AA34-016B706D2DD2}" srcOrd="0" destOrd="0" presId="urn:microsoft.com/office/officeart/2018/2/layout/IconVerticalSolidList"/>
    <dgm:cxn modelId="{C0B2AC7F-FD6B-4275-8F61-F9808325B704}" srcId="{AC2B2297-C17D-4131-BA86-82C473F9508B}" destId="{B30DAF0F-363E-4D5D-BDBE-58E4367613F2}" srcOrd="1" destOrd="0" parTransId="{C3C71FE1-B1A6-42B6-8BE4-1D34F13EE693}" sibTransId="{EC13FCB6-8292-4155-B00F-A61C0C649B81}"/>
    <dgm:cxn modelId="{79954185-727D-4AB3-A5DA-C3CFB8729085}" srcId="{AC2B2297-C17D-4131-BA86-82C473F9508B}" destId="{5E87E4AF-5B64-4D10-B134-9704FEF20DBF}" srcOrd="0" destOrd="0" parTransId="{EB55F800-4B27-464A-9502-B6FCA25ACC3A}" sibTransId="{7E66EFA8-D62E-4689-9624-F34621275644}"/>
    <dgm:cxn modelId="{98E42591-4E7B-44EA-89E6-17A086670A8D}" type="presOf" srcId="{E5DD3EED-13B7-4832-8B4A-FD6DBBEDABEC}" destId="{C3B4BA52-6B43-4ACA-B5E4-5118BBD051E8}" srcOrd="0" destOrd="0" presId="urn:microsoft.com/office/officeart/2018/2/layout/IconVerticalSolidList"/>
    <dgm:cxn modelId="{22C2ADD5-F467-4D36-AFC1-F1BE2431D76F}" type="presOf" srcId="{B30DAF0F-363E-4D5D-BDBE-58E4367613F2}" destId="{3609968B-4467-4C35-A40A-CC5385C27E56}" srcOrd="0" destOrd="0" presId="urn:microsoft.com/office/officeart/2018/2/layout/IconVerticalSolidList"/>
    <dgm:cxn modelId="{1BC71CEC-C5EC-4E56-B92B-508C360EFD01}" srcId="{AC2B2297-C17D-4131-BA86-82C473F9508B}" destId="{9DABDE85-0BA5-455C-B5F5-3A52F549CDBD}" srcOrd="3" destOrd="0" parTransId="{DE8463B7-C446-426D-AC42-A47D92FABA4A}" sibTransId="{5AC056D1-0C02-4BA6-B98C-10F06043F2C3}"/>
    <dgm:cxn modelId="{31499715-B25E-4320-9758-D196196C2760}" type="presParOf" srcId="{D1D08EC6-6197-4CE9-A75D-BAECA861FB68}" destId="{31443AE7-A6D1-4EFF-9564-4B0D41192A60}" srcOrd="0" destOrd="0" presId="urn:microsoft.com/office/officeart/2018/2/layout/IconVerticalSolidList"/>
    <dgm:cxn modelId="{4A736C5D-7C6D-47C8-B6F1-5EAF94F8489D}" type="presParOf" srcId="{31443AE7-A6D1-4EFF-9564-4B0D41192A60}" destId="{ABC06FDF-BA54-4A64-B290-86F4E17B1353}" srcOrd="0" destOrd="0" presId="urn:microsoft.com/office/officeart/2018/2/layout/IconVerticalSolidList"/>
    <dgm:cxn modelId="{EC8C38FC-2F72-42D5-9A33-9309969C2585}" type="presParOf" srcId="{31443AE7-A6D1-4EFF-9564-4B0D41192A60}" destId="{E986E408-C063-4273-B752-467740BDB2AE}" srcOrd="1" destOrd="0" presId="urn:microsoft.com/office/officeart/2018/2/layout/IconVerticalSolidList"/>
    <dgm:cxn modelId="{9A4D22F2-300D-42F7-A314-1E74C2D89D64}" type="presParOf" srcId="{31443AE7-A6D1-4EFF-9564-4B0D41192A60}" destId="{E0F75B7E-09CE-4E9B-9B95-119CEB63FB4B}" srcOrd="2" destOrd="0" presId="urn:microsoft.com/office/officeart/2018/2/layout/IconVerticalSolidList"/>
    <dgm:cxn modelId="{5C23B2CE-2029-4F8C-85B0-1697B7618ACF}" type="presParOf" srcId="{31443AE7-A6D1-4EFF-9564-4B0D41192A60}" destId="{4A0AD74F-B03E-49B3-B568-553E1FC53E09}" srcOrd="3" destOrd="0" presId="urn:microsoft.com/office/officeart/2018/2/layout/IconVerticalSolidList"/>
    <dgm:cxn modelId="{5C91293A-0B90-428E-BBB6-D93D6C557CD8}" type="presParOf" srcId="{D1D08EC6-6197-4CE9-A75D-BAECA861FB68}" destId="{367D9013-275D-4357-A71A-06F2666C59CA}" srcOrd="1" destOrd="0" presId="urn:microsoft.com/office/officeart/2018/2/layout/IconVerticalSolidList"/>
    <dgm:cxn modelId="{7236B22F-0847-4096-BD9A-FC055E23EFEF}" type="presParOf" srcId="{D1D08EC6-6197-4CE9-A75D-BAECA861FB68}" destId="{8EE90C81-2277-44C1-9A7F-847FF86061EC}" srcOrd="2" destOrd="0" presId="urn:microsoft.com/office/officeart/2018/2/layout/IconVerticalSolidList"/>
    <dgm:cxn modelId="{098BFD18-9F3B-4CEA-B6ED-9642C349B499}" type="presParOf" srcId="{8EE90C81-2277-44C1-9A7F-847FF86061EC}" destId="{9CD3676D-7275-4E32-ADFC-220E9DF0AE0F}" srcOrd="0" destOrd="0" presId="urn:microsoft.com/office/officeart/2018/2/layout/IconVerticalSolidList"/>
    <dgm:cxn modelId="{C4F02866-4FA1-40C5-8D6C-457EE0C4A1C8}" type="presParOf" srcId="{8EE90C81-2277-44C1-9A7F-847FF86061EC}" destId="{A2999301-FE81-4A27-ABF8-1CE6D14C981A}" srcOrd="1" destOrd="0" presId="urn:microsoft.com/office/officeart/2018/2/layout/IconVerticalSolidList"/>
    <dgm:cxn modelId="{F38CEBCF-3729-478E-91FD-A7E2CE9C7EA3}" type="presParOf" srcId="{8EE90C81-2277-44C1-9A7F-847FF86061EC}" destId="{36317762-AE76-4970-A776-1E324BDE6642}" srcOrd="2" destOrd="0" presId="urn:microsoft.com/office/officeart/2018/2/layout/IconVerticalSolidList"/>
    <dgm:cxn modelId="{69C806E4-3674-4B63-BE14-AB891E769B8B}" type="presParOf" srcId="{8EE90C81-2277-44C1-9A7F-847FF86061EC}" destId="{3609968B-4467-4C35-A40A-CC5385C27E56}" srcOrd="3" destOrd="0" presId="urn:microsoft.com/office/officeart/2018/2/layout/IconVerticalSolidList"/>
    <dgm:cxn modelId="{CA76D238-1EAC-4E56-B8AA-15F0CDBFC02C}" type="presParOf" srcId="{D1D08EC6-6197-4CE9-A75D-BAECA861FB68}" destId="{CF086282-0D73-4DA3-A52B-B5864BA7339A}" srcOrd="3" destOrd="0" presId="urn:microsoft.com/office/officeart/2018/2/layout/IconVerticalSolidList"/>
    <dgm:cxn modelId="{46EE24E3-7315-4832-987A-75B9CB0FFF79}" type="presParOf" srcId="{D1D08EC6-6197-4CE9-A75D-BAECA861FB68}" destId="{B3690096-B7D7-4D97-947A-E0E6F056D69F}" srcOrd="4" destOrd="0" presId="urn:microsoft.com/office/officeart/2018/2/layout/IconVerticalSolidList"/>
    <dgm:cxn modelId="{E67BD55F-DF36-4FD5-B716-1E1F18BCFD21}" type="presParOf" srcId="{B3690096-B7D7-4D97-947A-E0E6F056D69F}" destId="{40366F6A-69E9-4416-B324-0BDC833ADCD8}" srcOrd="0" destOrd="0" presId="urn:microsoft.com/office/officeart/2018/2/layout/IconVerticalSolidList"/>
    <dgm:cxn modelId="{9D77EA78-45A3-4CC6-A5A9-3EB32573381E}" type="presParOf" srcId="{B3690096-B7D7-4D97-947A-E0E6F056D69F}" destId="{79F5A71E-3642-4FCC-83D5-145C603B7DA2}" srcOrd="1" destOrd="0" presId="urn:microsoft.com/office/officeart/2018/2/layout/IconVerticalSolidList"/>
    <dgm:cxn modelId="{21839772-F6DD-42B4-97F1-48AC3E1C01D5}" type="presParOf" srcId="{B3690096-B7D7-4D97-947A-E0E6F056D69F}" destId="{3686B17E-8693-4E43-A630-011CA183FAD2}" srcOrd="2" destOrd="0" presId="urn:microsoft.com/office/officeart/2018/2/layout/IconVerticalSolidList"/>
    <dgm:cxn modelId="{5CC9ABC1-153D-43E2-8344-3E6EA78F73FF}" type="presParOf" srcId="{B3690096-B7D7-4D97-947A-E0E6F056D69F}" destId="{C3B4BA52-6B43-4ACA-B5E4-5118BBD051E8}" srcOrd="3" destOrd="0" presId="urn:microsoft.com/office/officeart/2018/2/layout/IconVerticalSolidList"/>
    <dgm:cxn modelId="{6106E863-6685-4030-980C-BED18E648355}" type="presParOf" srcId="{D1D08EC6-6197-4CE9-A75D-BAECA861FB68}" destId="{7A569DBE-44E9-49C5-8DAF-AF36F5E77DDE}" srcOrd="5" destOrd="0" presId="urn:microsoft.com/office/officeart/2018/2/layout/IconVerticalSolidList"/>
    <dgm:cxn modelId="{98E2DF44-9E9D-4EFC-AADF-64FFE8F4DBB5}" type="presParOf" srcId="{D1D08EC6-6197-4CE9-A75D-BAECA861FB68}" destId="{138C6CB8-CBB7-4AC1-BB0D-C321B91D4C6B}" srcOrd="6" destOrd="0" presId="urn:microsoft.com/office/officeart/2018/2/layout/IconVerticalSolidList"/>
    <dgm:cxn modelId="{14305EE1-5B6B-4E5F-BEF0-54B64423613F}" type="presParOf" srcId="{138C6CB8-CBB7-4AC1-BB0D-C321B91D4C6B}" destId="{248D6D2F-0E0F-4FAE-842A-FBFA2F56FCEF}" srcOrd="0" destOrd="0" presId="urn:microsoft.com/office/officeart/2018/2/layout/IconVerticalSolidList"/>
    <dgm:cxn modelId="{10212B1C-88E4-48F0-ADCB-722FB4BB87E2}" type="presParOf" srcId="{138C6CB8-CBB7-4AC1-BB0D-C321B91D4C6B}" destId="{9AA907DD-A204-4298-A41F-B768BF9E4FC6}" srcOrd="1" destOrd="0" presId="urn:microsoft.com/office/officeart/2018/2/layout/IconVerticalSolidList"/>
    <dgm:cxn modelId="{93E9E80D-99FB-4F27-A2A6-5CACF61DD6A0}" type="presParOf" srcId="{138C6CB8-CBB7-4AC1-BB0D-C321B91D4C6B}" destId="{2F0A8C33-F3E4-45E5-8543-1330D3E8F0D5}" srcOrd="2" destOrd="0" presId="urn:microsoft.com/office/officeart/2018/2/layout/IconVerticalSolidList"/>
    <dgm:cxn modelId="{981413D5-E6CB-421C-89A3-484724E0118B}" type="presParOf" srcId="{138C6CB8-CBB7-4AC1-BB0D-C321B91D4C6B}" destId="{508325F2-2129-4D08-AA34-016B706D2D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D2B3C5-DD1A-4B3A-9BAD-6EBC150DCD8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1_2" csCatId="accent1" phldr="1"/>
      <dgm:spPr/>
      <dgm:t>
        <a:bodyPr/>
        <a:lstStyle/>
        <a:p>
          <a:endParaRPr lang="en-US"/>
        </a:p>
      </dgm:t>
    </dgm:pt>
    <dgm:pt modelId="{7456A273-FF9A-43CE-9173-C90FBE6AA94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Create a centralized, modern IT Resource Center.</a:t>
          </a:r>
        </a:p>
      </dgm:t>
    </dgm:pt>
    <dgm:pt modelId="{69DF27E4-7D22-4C32-BA07-252068F70ADD}" type="parTrans" cxnId="{7B729BF4-88A8-445F-BDEA-E992C836385C}">
      <dgm:prSet/>
      <dgm:spPr/>
      <dgm:t>
        <a:bodyPr/>
        <a:lstStyle/>
        <a:p>
          <a:endParaRPr lang="en-US"/>
        </a:p>
      </dgm:t>
    </dgm:pt>
    <dgm:pt modelId="{028FAFE2-03D0-4CFD-82CD-02981A734548}" type="sibTrans" cxnId="{7B729BF4-88A8-445F-BDEA-E992C836385C}">
      <dgm:prSet/>
      <dgm:spPr/>
      <dgm:t>
        <a:bodyPr/>
        <a:lstStyle/>
        <a:p>
          <a:endParaRPr lang="en-US"/>
        </a:p>
      </dgm:t>
    </dgm:pt>
    <dgm:pt modelId="{A40D1BA0-05B9-4349-88E9-28FB38A8E4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Simplify requests and problem reporting.</a:t>
          </a:r>
        </a:p>
      </dgm:t>
    </dgm:pt>
    <dgm:pt modelId="{3CBC43B3-0E80-4095-A37D-179931DC4465}" type="parTrans" cxnId="{34D43430-E4DE-44F3-9DD1-5C7A9259E867}">
      <dgm:prSet/>
      <dgm:spPr/>
      <dgm:t>
        <a:bodyPr/>
        <a:lstStyle/>
        <a:p>
          <a:endParaRPr lang="en-US"/>
        </a:p>
      </dgm:t>
    </dgm:pt>
    <dgm:pt modelId="{780051AF-A905-49D2-AC39-8930D2C1A5ED}" type="sibTrans" cxnId="{34D43430-E4DE-44F3-9DD1-5C7A9259E867}">
      <dgm:prSet/>
      <dgm:spPr/>
      <dgm:t>
        <a:bodyPr/>
        <a:lstStyle/>
        <a:p>
          <a:endParaRPr lang="en-US"/>
        </a:p>
      </dgm:t>
    </dgm:pt>
    <dgm:pt modelId="{E942E7C7-A141-4772-9E12-326CA27C78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Organize documentation and announcements.</a:t>
          </a:r>
        </a:p>
      </dgm:t>
    </dgm:pt>
    <dgm:pt modelId="{B7C19B89-C4A2-4CC4-951E-2EA8F83640BE}" type="parTrans" cxnId="{F2FD6B0B-A2B7-4E22-8C78-21343AF8F091}">
      <dgm:prSet/>
      <dgm:spPr/>
      <dgm:t>
        <a:bodyPr/>
        <a:lstStyle/>
        <a:p>
          <a:endParaRPr lang="en-US"/>
        </a:p>
      </dgm:t>
    </dgm:pt>
    <dgm:pt modelId="{8DA1AB9B-C9A8-49E5-9F12-2CA9049C5C74}" type="sibTrans" cxnId="{F2FD6B0B-A2B7-4E22-8C78-21343AF8F091}">
      <dgm:prSet/>
      <dgm:spPr/>
      <dgm:t>
        <a:bodyPr/>
        <a:lstStyle/>
        <a:p>
          <a:endParaRPr lang="en-US"/>
        </a:p>
      </dgm:t>
    </dgm:pt>
    <dgm:pt modelId="{ACFFE34A-6193-4384-8EAB-2915BA04592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Improve user experience.</a:t>
          </a:r>
        </a:p>
      </dgm:t>
    </dgm:pt>
    <dgm:pt modelId="{CC4B7375-D590-4867-9A2F-07A3933A05FC}" type="parTrans" cxnId="{FE9AEBBF-30CB-44F4-81BA-51A449BD7E5E}">
      <dgm:prSet/>
      <dgm:spPr/>
      <dgm:t>
        <a:bodyPr/>
        <a:lstStyle/>
        <a:p>
          <a:endParaRPr lang="en-US"/>
        </a:p>
      </dgm:t>
    </dgm:pt>
    <dgm:pt modelId="{63A67D0E-F35C-4A59-99BF-2E04F7C99121}" type="sibTrans" cxnId="{FE9AEBBF-30CB-44F4-81BA-51A449BD7E5E}">
      <dgm:prSet/>
      <dgm:spPr/>
      <dgm:t>
        <a:bodyPr/>
        <a:lstStyle/>
        <a:p>
          <a:endParaRPr lang="en-US"/>
        </a:p>
      </dgm:t>
    </dgm:pt>
    <dgm:pt modelId="{E10A2A13-43E4-4769-B828-14CEBB4F03DD}" type="pres">
      <dgm:prSet presAssocID="{00D2B3C5-DD1A-4B3A-9BAD-6EBC150DCD8A}" presName="root" presStyleCnt="0">
        <dgm:presLayoutVars>
          <dgm:dir/>
          <dgm:resizeHandles val="exact"/>
        </dgm:presLayoutVars>
      </dgm:prSet>
      <dgm:spPr/>
    </dgm:pt>
    <dgm:pt modelId="{21A62CDD-2308-4EE8-A608-2E224DCA80C2}" type="pres">
      <dgm:prSet presAssocID="{7456A273-FF9A-43CE-9173-C90FBE6AA940}" presName="compNode" presStyleCnt="0"/>
      <dgm:spPr/>
    </dgm:pt>
    <dgm:pt modelId="{7A24A507-0B84-470A-B0A3-BD5FD253DFD0}" type="pres">
      <dgm:prSet presAssocID="{7456A273-FF9A-43CE-9173-C90FBE6AA940}" presName="iconBgRect" presStyleLbl="bgShp" presStyleIdx="0" presStyleCnt="4"/>
      <dgm:spPr/>
    </dgm:pt>
    <dgm:pt modelId="{CEDFC287-2432-48DA-A01E-6510E21C7981}" type="pres">
      <dgm:prSet presAssocID="{7456A273-FF9A-43CE-9173-C90FBE6AA94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502624AA-0B79-484D-A1BC-12C9D82B4089}" type="pres">
      <dgm:prSet presAssocID="{7456A273-FF9A-43CE-9173-C90FBE6AA940}" presName="spaceRect" presStyleCnt="0"/>
      <dgm:spPr/>
    </dgm:pt>
    <dgm:pt modelId="{748B9772-178E-4C0F-AF9C-120375D8D4A2}" type="pres">
      <dgm:prSet presAssocID="{7456A273-FF9A-43CE-9173-C90FBE6AA940}" presName="textRect" presStyleLbl="revTx" presStyleIdx="0" presStyleCnt="4">
        <dgm:presLayoutVars>
          <dgm:chMax val="1"/>
          <dgm:chPref val="1"/>
        </dgm:presLayoutVars>
      </dgm:prSet>
      <dgm:spPr/>
    </dgm:pt>
    <dgm:pt modelId="{2D103087-9C56-458D-8857-E04636048D6C}" type="pres">
      <dgm:prSet presAssocID="{028FAFE2-03D0-4CFD-82CD-02981A734548}" presName="sibTrans" presStyleCnt="0"/>
      <dgm:spPr/>
    </dgm:pt>
    <dgm:pt modelId="{E4D0699E-C455-4A6C-9D34-78A9DC4419EA}" type="pres">
      <dgm:prSet presAssocID="{A40D1BA0-05B9-4349-88E9-28FB38A8E429}" presName="compNode" presStyleCnt="0"/>
      <dgm:spPr/>
    </dgm:pt>
    <dgm:pt modelId="{CEBCBBA3-CBCA-47B8-A41E-A6D3A75716B6}" type="pres">
      <dgm:prSet presAssocID="{A40D1BA0-05B9-4349-88E9-28FB38A8E429}" presName="iconBgRect" presStyleLbl="bgShp" presStyleIdx="1" presStyleCnt="4"/>
      <dgm:spPr/>
    </dgm:pt>
    <dgm:pt modelId="{A6A8E26B-A1ED-41A4-8057-837F0DE4886C}" type="pres">
      <dgm:prSet presAssocID="{A40D1BA0-05B9-4349-88E9-28FB38A8E42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42F3401F-67C2-4F4E-A809-66D73599F2B4}" type="pres">
      <dgm:prSet presAssocID="{A40D1BA0-05B9-4349-88E9-28FB38A8E429}" presName="spaceRect" presStyleCnt="0"/>
      <dgm:spPr/>
    </dgm:pt>
    <dgm:pt modelId="{BA11AD98-7F2B-4E55-BA21-E8D4F850AEA8}" type="pres">
      <dgm:prSet presAssocID="{A40D1BA0-05B9-4349-88E9-28FB38A8E429}" presName="textRect" presStyleLbl="revTx" presStyleIdx="1" presStyleCnt="4">
        <dgm:presLayoutVars>
          <dgm:chMax val="1"/>
          <dgm:chPref val="1"/>
        </dgm:presLayoutVars>
      </dgm:prSet>
      <dgm:spPr/>
    </dgm:pt>
    <dgm:pt modelId="{6AC1CA41-6070-4AF5-BA63-7B8D4D766C4B}" type="pres">
      <dgm:prSet presAssocID="{780051AF-A905-49D2-AC39-8930D2C1A5ED}" presName="sibTrans" presStyleCnt="0"/>
      <dgm:spPr/>
    </dgm:pt>
    <dgm:pt modelId="{EEEA724A-D526-499B-8158-1F06C3B99E99}" type="pres">
      <dgm:prSet presAssocID="{E942E7C7-A141-4772-9E12-326CA27C78CA}" presName="compNode" presStyleCnt="0"/>
      <dgm:spPr/>
    </dgm:pt>
    <dgm:pt modelId="{7D626F79-4493-4B72-91C0-1269EEDDDC25}" type="pres">
      <dgm:prSet presAssocID="{E942E7C7-A141-4772-9E12-326CA27C78CA}" presName="iconBgRect" presStyleLbl="bgShp" presStyleIdx="2" presStyleCnt="4"/>
      <dgm:spPr/>
    </dgm:pt>
    <dgm:pt modelId="{24DA5402-DCF2-421D-8C84-875F31A814D0}" type="pres">
      <dgm:prSet presAssocID="{E942E7C7-A141-4772-9E12-326CA27C78C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E9DDA26-74F2-45CC-87D0-2010F1577166}" type="pres">
      <dgm:prSet presAssocID="{E942E7C7-A141-4772-9E12-326CA27C78CA}" presName="spaceRect" presStyleCnt="0"/>
      <dgm:spPr/>
    </dgm:pt>
    <dgm:pt modelId="{CBD6C374-E34D-4428-AABB-8F00846CC42A}" type="pres">
      <dgm:prSet presAssocID="{E942E7C7-A141-4772-9E12-326CA27C78CA}" presName="textRect" presStyleLbl="revTx" presStyleIdx="2" presStyleCnt="4">
        <dgm:presLayoutVars>
          <dgm:chMax val="1"/>
          <dgm:chPref val="1"/>
        </dgm:presLayoutVars>
      </dgm:prSet>
      <dgm:spPr/>
    </dgm:pt>
    <dgm:pt modelId="{0FBF468B-8BC6-42E1-B2AA-3E6F3CA3C87A}" type="pres">
      <dgm:prSet presAssocID="{8DA1AB9B-C9A8-49E5-9F12-2CA9049C5C74}" presName="sibTrans" presStyleCnt="0"/>
      <dgm:spPr/>
    </dgm:pt>
    <dgm:pt modelId="{3D229772-981E-414A-88BA-B640E4CEC069}" type="pres">
      <dgm:prSet presAssocID="{ACFFE34A-6193-4384-8EAB-2915BA04592D}" presName="compNode" presStyleCnt="0"/>
      <dgm:spPr/>
    </dgm:pt>
    <dgm:pt modelId="{1682A2EA-F189-4980-9FCB-2F89B2F18393}" type="pres">
      <dgm:prSet presAssocID="{ACFFE34A-6193-4384-8EAB-2915BA04592D}" presName="iconBgRect" presStyleLbl="bgShp" presStyleIdx="3" presStyleCnt="4"/>
      <dgm:spPr/>
    </dgm:pt>
    <dgm:pt modelId="{CD7E65D8-701A-4E44-917F-30DF0F54D889}" type="pres">
      <dgm:prSet presAssocID="{ACFFE34A-6193-4384-8EAB-2915BA0459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F4D94054-36EF-4C79-8793-2EC92B75EBBF}" type="pres">
      <dgm:prSet presAssocID="{ACFFE34A-6193-4384-8EAB-2915BA04592D}" presName="spaceRect" presStyleCnt="0"/>
      <dgm:spPr/>
    </dgm:pt>
    <dgm:pt modelId="{A9708530-8E01-40F0-B5D2-C21F6A0A02C7}" type="pres">
      <dgm:prSet presAssocID="{ACFFE34A-6193-4384-8EAB-2915BA04592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2FD6B0B-A2B7-4E22-8C78-21343AF8F091}" srcId="{00D2B3C5-DD1A-4B3A-9BAD-6EBC150DCD8A}" destId="{E942E7C7-A141-4772-9E12-326CA27C78CA}" srcOrd="2" destOrd="0" parTransId="{B7C19B89-C4A2-4CC4-951E-2EA8F83640BE}" sibTransId="{8DA1AB9B-C9A8-49E5-9F12-2CA9049C5C74}"/>
    <dgm:cxn modelId="{681C3127-1F96-421E-876A-265F00473DAF}" type="presOf" srcId="{ACFFE34A-6193-4384-8EAB-2915BA04592D}" destId="{A9708530-8E01-40F0-B5D2-C21F6A0A02C7}" srcOrd="0" destOrd="0" presId="urn:microsoft.com/office/officeart/2018/5/layout/IconCircleLabelList"/>
    <dgm:cxn modelId="{34D43430-E4DE-44F3-9DD1-5C7A9259E867}" srcId="{00D2B3C5-DD1A-4B3A-9BAD-6EBC150DCD8A}" destId="{A40D1BA0-05B9-4349-88E9-28FB38A8E429}" srcOrd="1" destOrd="0" parTransId="{3CBC43B3-0E80-4095-A37D-179931DC4465}" sibTransId="{780051AF-A905-49D2-AC39-8930D2C1A5ED}"/>
    <dgm:cxn modelId="{28ED265C-9846-44EF-88D1-C7D738DCC6CF}" type="presOf" srcId="{E942E7C7-A141-4772-9E12-326CA27C78CA}" destId="{CBD6C374-E34D-4428-AABB-8F00846CC42A}" srcOrd="0" destOrd="0" presId="urn:microsoft.com/office/officeart/2018/5/layout/IconCircleLabelList"/>
    <dgm:cxn modelId="{31B0E55C-8D3C-436E-A3D8-653238D2D241}" type="presOf" srcId="{7456A273-FF9A-43CE-9173-C90FBE6AA940}" destId="{748B9772-178E-4C0F-AF9C-120375D8D4A2}" srcOrd="0" destOrd="0" presId="urn:microsoft.com/office/officeart/2018/5/layout/IconCircleLabelList"/>
    <dgm:cxn modelId="{47DCDE73-DB35-4995-8BCF-7CFDF67DFB08}" type="presOf" srcId="{A40D1BA0-05B9-4349-88E9-28FB38A8E429}" destId="{BA11AD98-7F2B-4E55-BA21-E8D4F850AEA8}" srcOrd="0" destOrd="0" presId="urn:microsoft.com/office/officeart/2018/5/layout/IconCircleLabelList"/>
    <dgm:cxn modelId="{FE9AEBBF-30CB-44F4-81BA-51A449BD7E5E}" srcId="{00D2B3C5-DD1A-4B3A-9BAD-6EBC150DCD8A}" destId="{ACFFE34A-6193-4384-8EAB-2915BA04592D}" srcOrd="3" destOrd="0" parTransId="{CC4B7375-D590-4867-9A2F-07A3933A05FC}" sibTransId="{63A67D0E-F35C-4A59-99BF-2E04F7C99121}"/>
    <dgm:cxn modelId="{DE68EDDB-9D4B-4993-ABCF-B4A5E67920BD}" type="presOf" srcId="{00D2B3C5-DD1A-4B3A-9BAD-6EBC150DCD8A}" destId="{E10A2A13-43E4-4769-B828-14CEBB4F03DD}" srcOrd="0" destOrd="0" presId="urn:microsoft.com/office/officeart/2018/5/layout/IconCircleLabelList"/>
    <dgm:cxn modelId="{7B729BF4-88A8-445F-BDEA-E992C836385C}" srcId="{00D2B3C5-DD1A-4B3A-9BAD-6EBC150DCD8A}" destId="{7456A273-FF9A-43CE-9173-C90FBE6AA940}" srcOrd="0" destOrd="0" parTransId="{69DF27E4-7D22-4C32-BA07-252068F70ADD}" sibTransId="{028FAFE2-03D0-4CFD-82CD-02981A734548}"/>
    <dgm:cxn modelId="{9BA69600-5940-4380-8866-BB89AAD39958}" type="presParOf" srcId="{E10A2A13-43E4-4769-B828-14CEBB4F03DD}" destId="{21A62CDD-2308-4EE8-A608-2E224DCA80C2}" srcOrd="0" destOrd="0" presId="urn:microsoft.com/office/officeart/2018/5/layout/IconCircleLabelList"/>
    <dgm:cxn modelId="{0BCE1F49-7C98-420E-9285-8B7A40CA1718}" type="presParOf" srcId="{21A62CDD-2308-4EE8-A608-2E224DCA80C2}" destId="{7A24A507-0B84-470A-B0A3-BD5FD253DFD0}" srcOrd="0" destOrd="0" presId="urn:microsoft.com/office/officeart/2018/5/layout/IconCircleLabelList"/>
    <dgm:cxn modelId="{C2F15CBE-29FA-49E2-B645-BB2798A4CA07}" type="presParOf" srcId="{21A62CDD-2308-4EE8-A608-2E224DCA80C2}" destId="{CEDFC287-2432-48DA-A01E-6510E21C7981}" srcOrd="1" destOrd="0" presId="urn:microsoft.com/office/officeart/2018/5/layout/IconCircleLabelList"/>
    <dgm:cxn modelId="{C38DEDE9-4EA0-400E-8778-21FEFCA34DA9}" type="presParOf" srcId="{21A62CDD-2308-4EE8-A608-2E224DCA80C2}" destId="{502624AA-0B79-484D-A1BC-12C9D82B4089}" srcOrd="2" destOrd="0" presId="urn:microsoft.com/office/officeart/2018/5/layout/IconCircleLabelList"/>
    <dgm:cxn modelId="{3BA92E29-D712-4212-884C-5E55C84B52BD}" type="presParOf" srcId="{21A62CDD-2308-4EE8-A608-2E224DCA80C2}" destId="{748B9772-178E-4C0F-AF9C-120375D8D4A2}" srcOrd="3" destOrd="0" presId="urn:microsoft.com/office/officeart/2018/5/layout/IconCircleLabelList"/>
    <dgm:cxn modelId="{97B4B49F-DD62-4371-950D-E7C74CF3C322}" type="presParOf" srcId="{E10A2A13-43E4-4769-B828-14CEBB4F03DD}" destId="{2D103087-9C56-458D-8857-E04636048D6C}" srcOrd="1" destOrd="0" presId="urn:microsoft.com/office/officeart/2018/5/layout/IconCircleLabelList"/>
    <dgm:cxn modelId="{63B0A126-C144-452F-98B0-1C20705E32B3}" type="presParOf" srcId="{E10A2A13-43E4-4769-B828-14CEBB4F03DD}" destId="{E4D0699E-C455-4A6C-9D34-78A9DC4419EA}" srcOrd="2" destOrd="0" presId="urn:microsoft.com/office/officeart/2018/5/layout/IconCircleLabelList"/>
    <dgm:cxn modelId="{871AE834-C207-4EF3-BB81-0B18346A1A51}" type="presParOf" srcId="{E4D0699E-C455-4A6C-9D34-78A9DC4419EA}" destId="{CEBCBBA3-CBCA-47B8-A41E-A6D3A75716B6}" srcOrd="0" destOrd="0" presId="urn:microsoft.com/office/officeart/2018/5/layout/IconCircleLabelList"/>
    <dgm:cxn modelId="{87CBE6EC-66F4-467D-8359-DC430B30133E}" type="presParOf" srcId="{E4D0699E-C455-4A6C-9D34-78A9DC4419EA}" destId="{A6A8E26B-A1ED-41A4-8057-837F0DE4886C}" srcOrd="1" destOrd="0" presId="urn:microsoft.com/office/officeart/2018/5/layout/IconCircleLabelList"/>
    <dgm:cxn modelId="{44644671-0074-4E5D-894E-BB57AB510F88}" type="presParOf" srcId="{E4D0699E-C455-4A6C-9D34-78A9DC4419EA}" destId="{42F3401F-67C2-4F4E-A809-66D73599F2B4}" srcOrd="2" destOrd="0" presId="urn:microsoft.com/office/officeart/2018/5/layout/IconCircleLabelList"/>
    <dgm:cxn modelId="{5619CF37-F4BB-4694-856F-F3933D10EA8E}" type="presParOf" srcId="{E4D0699E-C455-4A6C-9D34-78A9DC4419EA}" destId="{BA11AD98-7F2B-4E55-BA21-E8D4F850AEA8}" srcOrd="3" destOrd="0" presId="urn:microsoft.com/office/officeart/2018/5/layout/IconCircleLabelList"/>
    <dgm:cxn modelId="{BB5887BE-F9BC-4F41-80CC-41955B52CD45}" type="presParOf" srcId="{E10A2A13-43E4-4769-B828-14CEBB4F03DD}" destId="{6AC1CA41-6070-4AF5-BA63-7B8D4D766C4B}" srcOrd="3" destOrd="0" presId="urn:microsoft.com/office/officeart/2018/5/layout/IconCircleLabelList"/>
    <dgm:cxn modelId="{3E646FBA-4F96-4888-84B2-A6CC89795174}" type="presParOf" srcId="{E10A2A13-43E4-4769-B828-14CEBB4F03DD}" destId="{EEEA724A-D526-499B-8158-1F06C3B99E99}" srcOrd="4" destOrd="0" presId="urn:microsoft.com/office/officeart/2018/5/layout/IconCircleLabelList"/>
    <dgm:cxn modelId="{D7DB3DDD-0AFC-42A2-BC12-401E13BB7000}" type="presParOf" srcId="{EEEA724A-D526-499B-8158-1F06C3B99E99}" destId="{7D626F79-4493-4B72-91C0-1269EEDDDC25}" srcOrd="0" destOrd="0" presId="urn:microsoft.com/office/officeart/2018/5/layout/IconCircleLabelList"/>
    <dgm:cxn modelId="{20C639B8-5DAB-4B6E-A2FB-5258B3951233}" type="presParOf" srcId="{EEEA724A-D526-499B-8158-1F06C3B99E99}" destId="{24DA5402-DCF2-421D-8C84-875F31A814D0}" srcOrd="1" destOrd="0" presId="urn:microsoft.com/office/officeart/2018/5/layout/IconCircleLabelList"/>
    <dgm:cxn modelId="{90DBE224-8AA1-4AAB-9BA5-A0016CC4D254}" type="presParOf" srcId="{EEEA724A-D526-499B-8158-1F06C3B99E99}" destId="{BE9DDA26-74F2-45CC-87D0-2010F1577166}" srcOrd="2" destOrd="0" presId="urn:microsoft.com/office/officeart/2018/5/layout/IconCircleLabelList"/>
    <dgm:cxn modelId="{5C73FD26-9FDA-49C9-BBB3-B833E433CE41}" type="presParOf" srcId="{EEEA724A-D526-499B-8158-1F06C3B99E99}" destId="{CBD6C374-E34D-4428-AABB-8F00846CC42A}" srcOrd="3" destOrd="0" presId="urn:microsoft.com/office/officeart/2018/5/layout/IconCircleLabelList"/>
    <dgm:cxn modelId="{B88E3570-917F-429A-AD7E-BA689B1BD5FF}" type="presParOf" srcId="{E10A2A13-43E4-4769-B828-14CEBB4F03DD}" destId="{0FBF468B-8BC6-42E1-B2AA-3E6F3CA3C87A}" srcOrd="5" destOrd="0" presId="urn:microsoft.com/office/officeart/2018/5/layout/IconCircleLabelList"/>
    <dgm:cxn modelId="{E2463A97-F10E-4683-AE04-8D9D960990AD}" type="presParOf" srcId="{E10A2A13-43E4-4769-B828-14CEBB4F03DD}" destId="{3D229772-981E-414A-88BA-B640E4CEC069}" srcOrd="6" destOrd="0" presId="urn:microsoft.com/office/officeart/2018/5/layout/IconCircleLabelList"/>
    <dgm:cxn modelId="{93838994-BE7E-48D2-A0A1-7EA4B84C8A6B}" type="presParOf" srcId="{3D229772-981E-414A-88BA-B640E4CEC069}" destId="{1682A2EA-F189-4980-9FCB-2F89B2F18393}" srcOrd="0" destOrd="0" presId="urn:microsoft.com/office/officeart/2018/5/layout/IconCircleLabelList"/>
    <dgm:cxn modelId="{A1F8F91A-950E-4422-87D0-C05A7B0B18E2}" type="presParOf" srcId="{3D229772-981E-414A-88BA-B640E4CEC069}" destId="{CD7E65D8-701A-4E44-917F-30DF0F54D889}" srcOrd="1" destOrd="0" presId="urn:microsoft.com/office/officeart/2018/5/layout/IconCircleLabelList"/>
    <dgm:cxn modelId="{399FA7D9-8BF7-4B43-B342-BBE1DA9A1406}" type="presParOf" srcId="{3D229772-981E-414A-88BA-B640E4CEC069}" destId="{F4D94054-36EF-4C79-8793-2EC92B75EBBF}" srcOrd="2" destOrd="0" presId="urn:microsoft.com/office/officeart/2018/5/layout/IconCircleLabelList"/>
    <dgm:cxn modelId="{40C95F31-02C2-452B-84DA-EBC695F0DB61}" type="presParOf" srcId="{3D229772-981E-414A-88BA-B640E4CEC069}" destId="{A9708530-8E01-40F0-B5D2-C21F6A0A02C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3A185C-A62C-473E-AE57-C829B235FF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373364-7554-4DA8-938D-E5D3E1C6C13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>
              <a:solidFill>
                <a:srgbClr val="FFFFFF"/>
              </a:solidFill>
              <a:ea typeface="+mn-ea"/>
              <a:cs typeface="+mn-cs"/>
            </a:rPr>
            <a:t>Quick links to IT services.</a:t>
          </a:r>
        </a:p>
      </dgm:t>
    </dgm:pt>
    <dgm:pt modelId="{837A5D31-9597-41C1-9B34-1C54FF2EBE06}" type="parTrans" cxnId="{2190C169-D9B2-4528-8FEC-A40B60545030}">
      <dgm:prSet/>
      <dgm:spPr/>
      <dgm:t>
        <a:bodyPr/>
        <a:lstStyle/>
        <a:p>
          <a:endParaRPr lang="en-US"/>
        </a:p>
      </dgm:t>
    </dgm:pt>
    <dgm:pt modelId="{3D5677F7-846A-4652-9C5A-4E3D0F8D65CC}" type="sibTrans" cxnId="{2190C169-D9B2-4528-8FEC-A40B60545030}">
      <dgm:prSet/>
      <dgm:spPr/>
      <dgm:t>
        <a:bodyPr/>
        <a:lstStyle/>
        <a:p>
          <a:endParaRPr lang="en-US"/>
        </a:p>
      </dgm:t>
    </dgm:pt>
    <dgm:pt modelId="{A1F76085-58B0-413C-B0D8-0CC0F63CC216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>
              <a:solidFill>
                <a:srgbClr val="FFFFFF"/>
              </a:solidFill>
              <a:ea typeface="+mn-ea"/>
              <a:cs typeface="+mn-cs"/>
            </a:rPr>
            <a:t>IT Policies and documentation</a:t>
          </a:r>
          <a:r>
            <a:rPr lang="en-US" sz="1400">
              <a:solidFill>
                <a:srgbClr val="FFFFFF"/>
              </a:solidFill>
              <a:latin typeface="Gill Sans MT" panose="020B0502020104020203"/>
              <a:ea typeface="+mn-ea"/>
              <a:cs typeface="+mn-cs"/>
            </a:rPr>
            <a:t> life cycle.</a:t>
          </a:r>
          <a:endParaRPr lang="en-US" sz="1400">
            <a:solidFill>
              <a:srgbClr val="FFFFFF"/>
            </a:solidFill>
            <a:ea typeface="+mn-ea"/>
            <a:cs typeface="+mn-cs"/>
          </a:endParaRPr>
        </a:p>
      </dgm:t>
    </dgm:pt>
    <dgm:pt modelId="{E70E54E2-767C-46D9-9A6F-3CF8F635E3BA}" type="parTrans" cxnId="{DBBE1DD7-516F-4625-A5B2-D8B34EDB3552}">
      <dgm:prSet/>
      <dgm:spPr/>
      <dgm:t>
        <a:bodyPr/>
        <a:lstStyle/>
        <a:p>
          <a:endParaRPr lang="en-US"/>
        </a:p>
      </dgm:t>
    </dgm:pt>
    <dgm:pt modelId="{716BB7E5-161D-408E-AE0B-D2CB807A386B}" type="sibTrans" cxnId="{DBBE1DD7-516F-4625-A5B2-D8B34EDB3552}">
      <dgm:prSet/>
      <dgm:spPr/>
      <dgm:t>
        <a:bodyPr/>
        <a:lstStyle/>
        <a:p>
          <a:endParaRPr lang="en-US"/>
        </a:p>
      </dgm:t>
    </dgm:pt>
    <dgm:pt modelId="{1AD587F3-AFF4-48E2-9C64-3A57D725829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>
              <a:solidFill>
                <a:srgbClr val="FFFFFF"/>
              </a:solidFill>
              <a:ea typeface="+mn-ea"/>
              <a:cs typeface="+mn-cs"/>
            </a:rPr>
            <a:t>Problem reporting and service request forms.</a:t>
          </a:r>
        </a:p>
      </dgm:t>
    </dgm:pt>
    <dgm:pt modelId="{47374D7A-80C3-4013-BCA4-371A603EC651}" type="parTrans" cxnId="{C63AF42F-892A-4EA6-AB7F-90F55A43755F}">
      <dgm:prSet/>
      <dgm:spPr/>
      <dgm:t>
        <a:bodyPr/>
        <a:lstStyle/>
        <a:p>
          <a:endParaRPr lang="en-US"/>
        </a:p>
      </dgm:t>
    </dgm:pt>
    <dgm:pt modelId="{51D88C09-20E9-4207-AB46-8AD17D0D925B}" type="sibTrans" cxnId="{C63AF42F-892A-4EA6-AB7F-90F55A43755F}">
      <dgm:prSet/>
      <dgm:spPr/>
      <dgm:t>
        <a:bodyPr/>
        <a:lstStyle/>
        <a:p>
          <a:endParaRPr lang="en-US"/>
        </a:p>
      </dgm:t>
    </dgm:pt>
    <dgm:pt modelId="{DF8357BD-345B-4CA7-A40D-2B2613C58FC6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>
              <a:solidFill>
                <a:srgbClr val="FFFFFF"/>
              </a:solidFill>
              <a:latin typeface="Gill Sans MT" panose="020B0502020104020203"/>
              <a:ea typeface="+mn-ea"/>
              <a:cs typeface="+mn-cs"/>
            </a:rPr>
            <a:t>Search documents through</a:t>
          </a:r>
          <a:r>
            <a:rPr lang="en-US" sz="1400">
              <a:solidFill>
                <a:srgbClr val="FFFFFF"/>
              </a:solidFill>
              <a:ea typeface="+mn-ea"/>
              <a:cs typeface="+mn-cs"/>
            </a:rPr>
            <a:t> AI assistant.</a:t>
          </a:r>
        </a:p>
      </dgm:t>
    </dgm:pt>
    <dgm:pt modelId="{83FE0CA8-E5BB-432B-839E-9609AE38A579}" type="parTrans" cxnId="{478798D1-43DD-4ECE-94E0-50B77C4AC9DD}">
      <dgm:prSet/>
      <dgm:spPr/>
      <dgm:t>
        <a:bodyPr/>
        <a:lstStyle/>
        <a:p>
          <a:endParaRPr lang="en-US"/>
        </a:p>
      </dgm:t>
    </dgm:pt>
    <dgm:pt modelId="{E356FDC1-32BB-4B0C-8219-300EF9D2E3B2}" type="sibTrans" cxnId="{478798D1-43DD-4ECE-94E0-50B77C4AC9DD}">
      <dgm:prSet/>
      <dgm:spPr/>
      <dgm:t>
        <a:bodyPr/>
        <a:lstStyle/>
        <a:p>
          <a:endParaRPr lang="en-US"/>
        </a:p>
      </dgm:t>
    </dgm:pt>
    <dgm:pt modelId="{C0EDD44D-6AF8-4EF5-9262-FE40F7D9EB9F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>
              <a:solidFill>
                <a:srgbClr val="FFFFFF"/>
              </a:solidFill>
              <a:latin typeface="Gill Sans MT" panose="020B0502020104020203"/>
              <a:ea typeface="+mn-ea"/>
              <a:cs typeface="+mn-cs"/>
            </a:rPr>
            <a:t>Home Navigation has all the website content</a:t>
          </a:r>
        </a:p>
      </dgm:t>
    </dgm:pt>
    <dgm:pt modelId="{0E5AB9B1-C1FF-40B8-A247-5390BA47639F}" type="parTrans" cxnId="{FF1B1A5B-9D30-49A2-97C1-7CFF570FC862}">
      <dgm:prSet/>
      <dgm:spPr/>
    </dgm:pt>
    <dgm:pt modelId="{167A5CF7-E8AF-4DA9-869F-FB6988B4FB04}" type="sibTrans" cxnId="{FF1B1A5B-9D30-49A2-97C1-7CFF570FC862}">
      <dgm:prSet/>
      <dgm:spPr/>
      <dgm:t>
        <a:bodyPr/>
        <a:lstStyle/>
        <a:p>
          <a:endParaRPr lang="en-US"/>
        </a:p>
      </dgm:t>
    </dgm:pt>
    <dgm:pt modelId="{CF424C8A-B817-41C8-A898-AE4C6BBE17A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0">
              <a:ea typeface="+mn-ea"/>
              <a:cs typeface="+mn-cs"/>
            </a:rPr>
            <a:t>Develop a dashboard to measure website interaction metrics</a:t>
          </a:r>
        </a:p>
      </dgm:t>
    </dgm:pt>
    <dgm:pt modelId="{400458DD-AB25-4809-BB64-03FA048AF417}" type="parTrans" cxnId="{EEB1835F-67D8-4B69-836F-A8E341B69F27}">
      <dgm:prSet/>
      <dgm:spPr/>
    </dgm:pt>
    <dgm:pt modelId="{9431521E-C621-4FC3-8DD5-C008627335E6}" type="sibTrans" cxnId="{EEB1835F-67D8-4B69-836F-A8E341B69F27}">
      <dgm:prSet/>
      <dgm:spPr/>
    </dgm:pt>
    <dgm:pt modelId="{2BB39195-0BBB-41F0-99D6-F1A0C800F26C}" type="pres">
      <dgm:prSet presAssocID="{343A185C-A62C-473E-AE57-C829B235FF28}" presName="linear" presStyleCnt="0">
        <dgm:presLayoutVars>
          <dgm:animLvl val="lvl"/>
          <dgm:resizeHandles val="exact"/>
        </dgm:presLayoutVars>
      </dgm:prSet>
      <dgm:spPr/>
    </dgm:pt>
    <dgm:pt modelId="{D63D89D9-117C-444D-A92A-8BFCDCE14286}" type="pres">
      <dgm:prSet presAssocID="{C0EDD44D-6AF8-4EF5-9262-FE40F7D9EB9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01DB369-D9E3-4093-922C-5E3254208E9A}" type="pres">
      <dgm:prSet presAssocID="{167A5CF7-E8AF-4DA9-869F-FB6988B4FB04}" presName="spacer" presStyleCnt="0"/>
      <dgm:spPr/>
    </dgm:pt>
    <dgm:pt modelId="{BCA3E9BB-B6F5-48FC-A2E8-4D116B004DFF}" type="pres">
      <dgm:prSet presAssocID="{03373364-7554-4DA8-938D-E5D3E1C6C13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138C932-1616-4A32-9815-78D10DD1D84A}" type="pres">
      <dgm:prSet presAssocID="{3D5677F7-846A-4652-9C5A-4E3D0F8D65CC}" presName="spacer" presStyleCnt="0"/>
      <dgm:spPr/>
    </dgm:pt>
    <dgm:pt modelId="{F3F458FF-AC13-4B4A-93A2-BCAC0DDD4215}" type="pres">
      <dgm:prSet presAssocID="{A1F76085-58B0-413C-B0D8-0CC0F63CC21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5AD56F0-1C2B-4B3A-949C-FF85DE78D4BC}" type="pres">
      <dgm:prSet presAssocID="{716BB7E5-161D-408E-AE0B-D2CB807A386B}" presName="spacer" presStyleCnt="0"/>
      <dgm:spPr/>
    </dgm:pt>
    <dgm:pt modelId="{C2194306-2C93-46EA-8551-90A9F034694E}" type="pres">
      <dgm:prSet presAssocID="{1AD587F3-AFF4-48E2-9C64-3A57D725829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1840CCF-9D18-4749-A545-7D28D616A7F4}" type="pres">
      <dgm:prSet presAssocID="{51D88C09-20E9-4207-AB46-8AD17D0D925B}" presName="spacer" presStyleCnt="0"/>
      <dgm:spPr/>
    </dgm:pt>
    <dgm:pt modelId="{AFD7339A-CEFA-4644-B8BF-83A5DD1C89F1}" type="pres">
      <dgm:prSet presAssocID="{DF8357BD-345B-4CA7-A40D-2B2613C58FC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20A7ED2-230E-44E8-98B9-3885A22CFD57}" type="pres">
      <dgm:prSet presAssocID="{E356FDC1-32BB-4B0C-8219-300EF9D2E3B2}" presName="spacer" presStyleCnt="0"/>
      <dgm:spPr/>
    </dgm:pt>
    <dgm:pt modelId="{9842002B-ACBF-4BF4-9AD9-AA31BBEE4A1D}" type="pres">
      <dgm:prSet presAssocID="{CF424C8A-B817-41C8-A898-AE4C6BBE17A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0001A2D-07B7-4ED8-99AB-176975184CB7}" type="presOf" srcId="{DF8357BD-345B-4CA7-A40D-2B2613C58FC6}" destId="{AFD7339A-CEFA-4644-B8BF-83A5DD1C89F1}" srcOrd="0" destOrd="0" presId="urn:microsoft.com/office/officeart/2005/8/layout/vList2"/>
    <dgm:cxn modelId="{C63AF42F-892A-4EA6-AB7F-90F55A43755F}" srcId="{343A185C-A62C-473E-AE57-C829B235FF28}" destId="{1AD587F3-AFF4-48E2-9C64-3A57D725829F}" srcOrd="3" destOrd="0" parTransId="{47374D7A-80C3-4013-BCA4-371A603EC651}" sibTransId="{51D88C09-20E9-4207-AB46-8AD17D0D925B}"/>
    <dgm:cxn modelId="{66C92135-B431-4376-B63C-AA8205B4AB54}" type="presOf" srcId="{C0EDD44D-6AF8-4EF5-9262-FE40F7D9EB9F}" destId="{D63D89D9-117C-444D-A92A-8BFCDCE14286}" srcOrd="0" destOrd="0" presId="urn:microsoft.com/office/officeart/2005/8/layout/vList2"/>
    <dgm:cxn modelId="{D3257640-4D28-4CEB-9886-D49E752E5F4B}" type="presOf" srcId="{1AD587F3-AFF4-48E2-9C64-3A57D725829F}" destId="{C2194306-2C93-46EA-8551-90A9F034694E}" srcOrd="0" destOrd="0" presId="urn:microsoft.com/office/officeart/2005/8/layout/vList2"/>
    <dgm:cxn modelId="{FF1B1A5B-9D30-49A2-97C1-7CFF570FC862}" srcId="{343A185C-A62C-473E-AE57-C829B235FF28}" destId="{C0EDD44D-6AF8-4EF5-9262-FE40F7D9EB9F}" srcOrd="0" destOrd="0" parTransId="{0E5AB9B1-C1FF-40B8-A247-5390BA47639F}" sibTransId="{167A5CF7-E8AF-4DA9-869F-FB6988B4FB04}"/>
    <dgm:cxn modelId="{B6BD2B5E-8F48-4CD0-A608-D1B9F97DB3DB}" type="presOf" srcId="{CF424C8A-B817-41C8-A898-AE4C6BBE17AE}" destId="{9842002B-ACBF-4BF4-9AD9-AA31BBEE4A1D}" srcOrd="0" destOrd="0" presId="urn:microsoft.com/office/officeart/2005/8/layout/vList2"/>
    <dgm:cxn modelId="{EEB1835F-67D8-4B69-836F-A8E341B69F27}" srcId="{343A185C-A62C-473E-AE57-C829B235FF28}" destId="{CF424C8A-B817-41C8-A898-AE4C6BBE17AE}" srcOrd="5" destOrd="0" parTransId="{400458DD-AB25-4809-BB64-03FA048AF417}" sibTransId="{9431521E-C621-4FC3-8DD5-C008627335E6}"/>
    <dgm:cxn modelId="{2190C169-D9B2-4528-8FEC-A40B60545030}" srcId="{343A185C-A62C-473E-AE57-C829B235FF28}" destId="{03373364-7554-4DA8-938D-E5D3E1C6C132}" srcOrd="1" destOrd="0" parTransId="{837A5D31-9597-41C1-9B34-1C54FF2EBE06}" sibTransId="{3D5677F7-846A-4652-9C5A-4E3D0F8D65CC}"/>
    <dgm:cxn modelId="{3E119194-6B18-49FF-B402-441E309C4E05}" type="presOf" srcId="{343A185C-A62C-473E-AE57-C829B235FF28}" destId="{2BB39195-0BBB-41F0-99D6-F1A0C800F26C}" srcOrd="0" destOrd="0" presId="urn:microsoft.com/office/officeart/2005/8/layout/vList2"/>
    <dgm:cxn modelId="{DA663A95-16F2-405E-B897-435FFBB1859C}" type="presOf" srcId="{03373364-7554-4DA8-938D-E5D3E1C6C132}" destId="{BCA3E9BB-B6F5-48FC-A2E8-4D116B004DFF}" srcOrd="0" destOrd="0" presId="urn:microsoft.com/office/officeart/2005/8/layout/vList2"/>
    <dgm:cxn modelId="{478798D1-43DD-4ECE-94E0-50B77C4AC9DD}" srcId="{343A185C-A62C-473E-AE57-C829B235FF28}" destId="{DF8357BD-345B-4CA7-A40D-2B2613C58FC6}" srcOrd="4" destOrd="0" parTransId="{83FE0CA8-E5BB-432B-839E-9609AE38A579}" sibTransId="{E356FDC1-32BB-4B0C-8219-300EF9D2E3B2}"/>
    <dgm:cxn modelId="{DBBE1DD7-516F-4625-A5B2-D8B34EDB3552}" srcId="{343A185C-A62C-473E-AE57-C829B235FF28}" destId="{A1F76085-58B0-413C-B0D8-0CC0F63CC216}" srcOrd="2" destOrd="0" parTransId="{E70E54E2-767C-46D9-9A6F-3CF8F635E3BA}" sibTransId="{716BB7E5-161D-408E-AE0B-D2CB807A386B}"/>
    <dgm:cxn modelId="{7FD3B2DF-01FD-4B8D-888A-BEEE1E8FAF0C}" type="presOf" srcId="{A1F76085-58B0-413C-B0D8-0CC0F63CC216}" destId="{F3F458FF-AC13-4B4A-93A2-BCAC0DDD4215}" srcOrd="0" destOrd="0" presId="urn:microsoft.com/office/officeart/2005/8/layout/vList2"/>
    <dgm:cxn modelId="{0179482E-9753-4E91-A601-C7546EC61F8A}" type="presParOf" srcId="{2BB39195-0BBB-41F0-99D6-F1A0C800F26C}" destId="{D63D89D9-117C-444D-A92A-8BFCDCE14286}" srcOrd="0" destOrd="0" presId="urn:microsoft.com/office/officeart/2005/8/layout/vList2"/>
    <dgm:cxn modelId="{E8323923-81AF-400D-819B-012A5FF35812}" type="presParOf" srcId="{2BB39195-0BBB-41F0-99D6-F1A0C800F26C}" destId="{101DB369-D9E3-4093-922C-5E3254208E9A}" srcOrd="1" destOrd="0" presId="urn:microsoft.com/office/officeart/2005/8/layout/vList2"/>
    <dgm:cxn modelId="{A097C3B1-AB43-4B43-BEFE-C931550A2AF3}" type="presParOf" srcId="{2BB39195-0BBB-41F0-99D6-F1A0C800F26C}" destId="{BCA3E9BB-B6F5-48FC-A2E8-4D116B004DFF}" srcOrd="2" destOrd="0" presId="urn:microsoft.com/office/officeart/2005/8/layout/vList2"/>
    <dgm:cxn modelId="{3E2DAB7F-E0EE-4169-A18A-9E18E29C2522}" type="presParOf" srcId="{2BB39195-0BBB-41F0-99D6-F1A0C800F26C}" destId="{F138C932-1616-4A32-9815-78D10DD1D84A}" srcOrd="3" destOrd="0" presId="urn:microsoft.com/office/officeart/2005/8/layout/vList2"/>
    <dgm:cxn modelId="{6AC8DF06-D002-4F2E-BE8F-DF7385579255}" type="presParOf" srcId="{2BB39195-0BBB-41F0-99D6-F1A0C800F26C}" destId="{F3F458FF-AC13-4B4A-93A2-BCAC0DDD4215}" srcOrd="4" destOrd="0" presId="urn:microsoft.com/office/officeart/2005/8/layout/vList2"/>
    <dgm:cxn modelId="{0E60EFC1-FFFB-4AF6-8F62-FA77E87D18D0}" type="presParOf" srcId="{2BB39195-0BBB-41F0-99D6-F1A0C800F26C}" destId="{35AD56F0-1C2B-4B3A-949C-FF85DE78D4BC}" srcOrd="5" destOrd="0" presId="urn:microsoft.com/office/officeart/2005/8/layout/vList2"/>
    <dgm:cxn modelId="{6C40E26D-FE71-4A71-B1E9-31D5A5CE7986}" type="presParOf" srcId="{2BB39195-0BBB-41F0-99D6-F1A0C800F26C}" destId="{C2194306-2C93-46EA-8551-90A9F034694E}" srcOrd="6" destOrd="0" presId="urn:microsoft.com/office/officeart/2005/8/layout/vList2"/>
    <dgm:cxn modelId="{F5AE5F8D-B54C-421E-8780-E2FBC5685635}" type="presParOf" srcId="{2BB39195-0BBB-41F0-99D6-F1A0C800F26C}" destId="{41840CCF-9D18-4749-A545-7D28D616A7F4}" srcOrd="7" destOrd="0" presId="urn:microsoft.com/office/officeart/2005/8/layout/vList2"/>
    <dgm:cxn modelId="{200C0B20-4056-4BA2-BE21-00B58CD30FB5}" type="presParOf" srcId="{2BB39195-0BBB-41F0-99D6-F1A0C800F26C}" destId="{AFD7339A-CEFA-4644-B8BF-83A5DD1C89F1}" srcOrd="8" destOrd="0" presId="urn:microsoft.com/office/officeart/2005/8/layout/vList2"/>
    <dgm:cxn modelId="{FD315D83-F214-4F9A-B86C-24BF14B6ADBB}" type="presParOf" srcId="{2BB39195-0BBB-41F0-99D6-F1A0C800F26C}" destId="{620A7ED2-230E-44E8-98B9-3885A22CFD57}" srcOrd="9" destOrd="0" presId="urn:microsoft.com/office/officeart/2005/8/layout/vList2"/>
    <dgm:cxn modelId="{0139E4C4-8334-41FC-ADF6-A76CC66DA5F1}" type="presParOf" srcId="{2BB39195-0BBB-41F0-99D6-F1A0C800F26C}" destId="{9842002B-ACBF-4BF4-9AD9-AA31BBEE4A1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AFA92F-E5AC-41B3-874A-B81F8C4950C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577C30-803E-4CBB-AEE1-6839A24B8138}">
      <dgm:prSet/>
      <dgm:spPr/>
      <dgm:t>
        <a:bodyPr/>
        <a:lstStyle/>
        <a:p>
          <a:r>
            <a:rPr lang="en-US"/>
            <a:t>Reduce repetitive IT questions by 40%.</a:t>
          </a:r>
        </a:p>
      </dgm:t>
    </dgm:pt>
    <dgm:pt modelId="{B91CAD92-C9FA-43B2-8FE3-E4B92B296A03}" type="parTrans" cxnId="{49D3894A-EF2F-43D9-B382-725D50B216A3}">
      <dgm:prSet/>
      <dgm:spPr/>
      <dgm:t>
        <a:bodyPr/>
        <a:lstStyle/>
        <a:p>
          <a:endParaRPr lang="en-US"/>
        </a:p>
      </dgm:t>
    </dgm:pt>
    <dgm:pt modelId="{C472CB64-5F83-40EC-929F-FC4608ADC002}" type="sibTrans" cxnId="{49D3894A-EF2F-43D9-B382-725D50B216A3}">
      <dgm:prSet/>
      <dgm:spPr/>
      <dgm:t>
        <a:bodyPr/>
        <a:lstStyle/>
        <a:p>
          <a:endParaRPr lang="en-US"/>
        </a:p>
      </dgm:t>
    </dgm:pt>
    <dgm:pt modelId="{6A5C5830-6BA9-4EA1-B1D8-47040EA00DC2}">
      <dgm:prSet/>
      <dgm:spPr/>
      <dgm:t>
        <a:bodyPr/>
        <a:lstStyle/>
        <a:p>
          <a:r>
            <a:rPr lang="en-US"/>
            <a:t>Faster information access.</a:t>
          </a:r>
        </a:p>
      </dgm:t>
    </dgm:pt>
    <dgm:pt modelId="{73CDC77B-2BAE-48FF-A0C5-F8FD58B6D8F1}" type="parTrans" cxnId="{86006ACF-E5B0-49E9-B624-D8F74E7192B5}">
      <dgm:prSet/>
      <dgm:spPr/>
      <dgm:t>
        <a:bodyPr/>
        <a:lstStyle/>
        <a:p>
          <a:endParaRPr lang="en-US"/>
        </a:p>
      </dgm:t>
    </dgm:pt>
    <dgm:pt modelId="{5118C2E0-83A8-4D73-BC5F-93BE450E1C49}" type="sibTrans" cxnId="{86006ACF-E5B0-49E9-B624-D8F74E7192B5}">
      <dgm:prSet/>
      <dgm:spPr/>
      <dgm:t>
        <a:bodyPr/>
        <a:lstStyle/>
        <a:p>
          <a:endParaRPr lang="en-US"/>
        </a:p>
      </dgm:t>
    </dgm:pt>
    <dgm:pt modelId="{29FF3BAF-B943-49CF-A978-BF2E227B6CFA}">
      <dgm:prSet/>
      <dgm:spPr/>
      <dgm:t>
        <a:bodyPr/>
        <a:lstStyle/>
        <a:p>
          <a:r>
            <a:rPr lang="en-US"/>
            <a:t>Improved communication.</a:t>
          </a:r>
        </a:p>
      </dgm:t>
    </dgm:pt>
    <dgm:pt modelId="{C527F1B7-E4BD-4021-9241-5417D0CF2248}" type="parTrans" cxnId="{1DA66636-EA48-4CCF-AD79-153A675DFD1E}">
      <dgm:prSet/>
      <dgm:spPr/>
      <dgm:t>
        <a:bodyPr/>
        <a:lstStyle/>
        <a:p>
          <a:endParaRPr lang="en-US"/>
        </a:p>
      </dgm:t>
    </dgm:pt>
    <dgm:pt modelId="{97FF1756-E6EA-42CC-A85C-3D23F3059B3A}" type="sibTrans" cxnId="{1DA66636-EA48-4CCF-AD79-153A675DFD1E}">
      <dgm:prSet/>
      <dgm:spPr/>
      <dgm:t>
        <a:bodyPr/>
        <a:lstStyle/>
        <a:p>
          <a:endParaRPr lang="en-US"/>
        </a:p>
      </dgm:t>
    </dgm:pt>
    <dgm:pt modelId="{817E9126-483C-48A8-AE57-0179AFA9BEAB}">
      <dgm:prSet/>
      <dgm:spPr/>
      <dgm:t>
        <a:bodyPr/>
        <a:lstStyle/>
        <a:p>
          <a:r>
            <a:rPr lang="en-US"/>
            <a:t>Higher employee satisfaction.</a:t>
          </a:r>
        </a:p>
      </dgm:t>
    </dgm:pt>
    <dgm:pt modelId="{719F3D4E-B785-4BE9-966A-71B07DF056D6}" type="parTrans" cxnId="{0F408FA7-8D41-4C1A-9804-F26D79800A2C}">
      <dgm:prSet/>
      <dgm:spPr/>
      <dgm:t>
        <a:bodyPr/>
        <a:lstStyle/>
        <a:p>
          <a:endParaRPr lang="en-US"/>
        </a:p>
      </dgm:t>
    </dgm:pt>
    <dgm:pt modelId="{15D77183-1FB7-4C29-8083-E1529615579F}" type="sibTrans" cxnId="{0F408FA7-8D41-4C1A-9804-F26D79800A2C}">
      <dgm:prSet/>
      <dgm:spPr/>
      <dgm:t>
        <a:bodyPr/>
        <a:lstStyle/>
        <a:p>
          <a:endParaRPr lang="en-US"/>
        </a:p>
      </dgm:t>
    </dgm:pt>
    <dgm:pt modelId="{BB562B19-9848-4BE9-A61E-BB2D6C81DBA0}">
      <dgm:prSet phldr="0"/>
      <dgm:spPr/>
      <dgm:t>
        <a:bodyPr/>
        <a:lstStyle/>
        <a:p>
          <a:r>
            <a:rPr lang="en-US">
              <a:latin typeface="Gill Sans MT" panose="020B0502020104020203"/>
            </a:rPr>
            <a:t>Update documents</a:t>
          </a:r>
        </a:p>
      </dgm:t>
    </dgm:pt>
    <dgm:pt modelId="{F05B4FD1-A4A4-44BC-B7C7-16F4648CAA0E}" type="parTrans" cxnId="{A876A1E8-4FF5-4D01-B6FF-B5BC87902351}">
      <dgm:prSet/>
      <dgm:spPr/>
    </dgm:pt>
    <dgm:pt modelId="{2807D3CE-3990-4803-BCED-D40CACEC914E}" type="sibTrans" cxnId="{A876A1E8-4FF5-4D01-B6FF-B5BC87902351}">
      <dgm:prSet/>
      <dgm:spPr/>
    </dgm:pt>
    <dgm:pt modelId="{8F75EF13-8E6A-461B-B796-26E5348B15E4}" type="pres">
      <dgm:prSet presAssocID="{49AFA92F-E5AC-41B3-874A-B81F8C4950C5}" presName="diagram" presStyleCnt="0">
        <dgm:presLayoutVars>
          <dgm:dir/>
          <dgm:resizeHandles val="exact"/>
        </dgm:presLayoutVars>
      </dgm:prSet>
      <dgm:spPr/>
    </dgm:pt>
    <dgm:pt modelId="{1E5DBB01-FCD5-4C1D-9C85-5704D1AD5CC0}" type="pres">
      <dgm:prSet presAssocID="{DA577C30-803E-4CBB-AEE1-6839A24B8138}" presName="node" presStyleLbl="node1" presStyleIdx="0" presStyleCnt="5">
        <dgm:presLayoutVars>
          <dgm:bulletEnabled val="1"/>
        </dgm:presLayoutVars>
      </dgm:prSet>
      <dgm:spPr/>
    </dgm:pt>
    <dgm:pt modelId="{BA4941EA-7F3F-473D-8F6F-967B1A82E031}" type="pres">
      <dgm:prSet presAssocID="{C472CB64-5F83-40EC-929F-FC4608ADC002}" presName="sibTrans" presStyleCnt="0"/>
      <dgm:spPr/>
    </dgm:pt>
    <dgm:pt modelId="{C8751789-5A5D-46E4-A403-1909EEFD05F7}" type="pres">
      <dgm:prSet presAssocID="{6A5C5830-6BA9-4EA1-B1D8-47040EA00DC2}" presName="node" presStyleLbl="node1" presStyleIdx="1" presStyleCnt="5">
        <dgm:presLayoutVars>
          <dgm:bulletEnabled val="1"/>
        </dgm:presLayoutVars>
      </dgm:prSet>
      <dgm:spPr/>
    </dgm:pt>
    <dgm:pt modelId="{A429667A-2B00-4445-A2CB-7E98C764691A}" type="pres">
      <dgm:prSet presAssocID="{5118C2E0-83A8-4D73-BC5F-93BE450E1C49}" presName="sibTrans" presStyleCnt="0"/>
      <dgm:spPr/>
    </dgm:pt>
    <dgm:pt modelId="{B9A41047-4A5C-4CE9-84A9-4AF85A61D9E0}" type="pres">
      <dgm:prSet presAssocID="{29FF3BAF-B943-49CF-A978-BF2E227B6CFA}" presName="node" presStyleLbl="node1" presStyleIdx="2" presStyleCnt="5">
        <dgm:presLayoutVars>
          <dgm:bulletEnabled val="1"/>
        </dgm:presLayoutVars>
      </dgm:prSet>
      <dgm:spPr/>
    </dgm:pt>
    <dgm:pt modelId="{7DB35C99-FDB4-4E62-8127-226BB773C717}" type="pres">
      <dgm:prSet presAssocID="{97FF1756-E6EA-42CC-A85C-3D23F3059B3A}" presName="sibTrans" presStyleCnt="0"/>
      <dgm:spPr/>
    </dgm:pt>
    <dgm:pt modelId="{6436554A-49AC-4669-A9CA-FC20398B632D}" type="pres">
      <dgm:prSet presAssocID="{817E9126-483C-48A8-AE57-0179AFA9BEAB}" presName="node" presStyleLbl="node1" presStyleIdx="3" presStyleCnt="5">
        <dgm:presLayoutVars>
          <dgm:bulletEnabled val="1"/>
        </dgm:presLayoutVars>
      </dgm:prSet>
      <dgm:spPr/>
    </dgm:pt>
    <dgm:pt modelId="{21A83C2D-DC33-43A0-951E-E80978B5DA47}" type="pres">
      <dgm:prSet presAssocID="{15D77183-1FB7-4C29-8083-E1529615579F}" presName="sibTrans" presStyleCnt="0"/>
      <dgm:spPr/>
    </dgm:pt>
    <dgm:pt modelId="{761AAC2B-CF22-4FE9-9400-4ADF2A320C81}" type="pres">
      <dgm:prSet presAssocID="{BB562B19-9848-4BE9-A61E-BB2D6C81DBA0}" presName="node" presStyleLbl="node1" presStyleIdx="4" presStyleCnt="5">
        <dgm:presLayoutVars>
          <dgm:bulletEnabled val="1"/>
        </dgm:presLayoutVars>
      </dgm:prSet>
      <dgm:spPr/>
    </dgm:pt>
  </dgm:ptLst>
  <dgm:cxnLst>
    <dgm:cxn modelId="{33E17F17-79F2-4B58-9B21-9C4DFB10FE2A}" type="presOf" srcId="{BB562B19-9848-4BE9-A61E-BB2D6C81DBA0}" destId="{761AAC2B-CF22-4FE9-9400-4ADF2A320C81}" srcOrd="0" destOrd="0" presId="urn:microsoft.com/office/officeart/2005/8/layout/default"/>
    <dgm:cxn modelId="{1DA66636-EA48-4CCF-AD79-153A675DFD1E}" srcId="{49AFA92F-E5AC-41B3-874A-B81F8C4950C5}" destId="{29FF3BAF-B943-49CF-A978-BF2E227B6CFA}" srcOrd="2" destOrd="0" parTransId="{C527F1B7-E4BD-4021-9241-5417D0CF2248}" sibTransId="{97FF1756-E6EA-42CC-A85C-3D23F3059B3A}"/>
    <dgm:cxn modelId="{F50A8938-15DF-423E-AD0D-F0BF417C1D15}" type="presOf" srcId="{DA577C30-803E-4CBB-AEE1-6839A24B8138}" destId="{1E5DBB01-FCD5-4C1D-9C85-5704D1AD5CC0}" srcOrd="0" destOrd="0" presId="urn:microsoft.com/office/officeart/2005/8/layout/default"/>
    <dgm:cxn modelId="{C30FB447-08A2-4518-815F-F104E335282A}" type="presOf" srcId="{29FF3BAF-B943-49CF-A978-BF2E227B6CFA}" destId="{B9A41047-4A5C-4CE9-84A9-4AF85A61D9E0}" srcOrd="0" destOrd="0" presId="urn:microsoft.com/office/officeart/2005/8/layout/default"/>
    <dgm:cxn modelId="{49D3894A-EF2F-43D9-B382-725D50B216A3}" srcId="{49AFA92F-E5AC-41B3-874A-B81F8C4950C5}" destId="{DA577C30-803E-4CBB-AEE1-6839A24B8138}" srcOrd="0" destOrd="0" parTransId="{B91CAD92-C9FA-43B2-8FE3-E4B92B296A03}" sibTransId="{C472CB64-5F83-40EC-929F-FC4608ADC002}"/>
    <dgm:cxn modelId="{658FB251-D1FF-40CB-B7A1-ABF4460105F4}" type="presOf" srcId="{817E9126-483C-48A8-AE57-0179AFA9BEAB}" destId="{6436554A-49AC-4669-A9CA-FC20398B632D}" srcOrd="0" destOrd="0" presId="urn:microsoft.com/office/officeart/2005/8/layout/default"/>
    <dgm:cxn modelId="{1BC0A581-DE09-4AD7-862D-15D5EEAE09B4}" type="presOf" srcId="{6A5C5830-6BA9-4EA1-B1D8-47040EA00DC2}" destId="{C8751789-5A5D-46E4-A403-1909EEFD05F7}" srcOrd="0" destOrd="0" presId="urn:microsoft.com/office/officeart/2005/8/layout/default"/>
    <dgm:cxn modelId="{0F408FA7-8D41-4C1A-9804-F26D79800A2C}" srcId="{49AFA92F-E5AC-41B3-874A-B81F8C4950C5}" destId="{817E9126-483C-48A8-AE57-0179AFA9BEAB}" srcOrd="3" destOrd="0" parTransId="{719F3D4E-B785-4BE9-966A-71B07DF056D6}" sibTransId="{15D77183-1FB7-4C29-8083-E1529615579F}"/>
    <dgm:cxn modelId="{86006ACF-E5B0-49E9-B624-D8F74E7192B5}" srcId="{49AFA92F-E5AC-41B3-874A-B81F8C4950C5}" destId="{6A5C5830-6BA9-4EA1-B1D8-47040EA00DC2}" srcOrd="1" destOrd="0" parTransId="{73CDC77B-2BAE-48FF-A0C5-F8FD58B6D8F1}" sibTransId="{5118C2E0-83A8-4D73-BC5F-93BE450E1C49}"/>
    <dgm:cxn modelId="{BAC0E5DB-4680-4861-8FC9-6355DA7E4213}" type="presOf" srcId="{49AFA92F-E5AC-41B3-874A-B81F8C4950C5}" destId="{8F75EF13-8E6A-461B-B796-26E5348B15E4}" srcOrd="0" destOrd="0" presId="urn:microsoft.com/office/officeart/2005/8/layout/default"/>
    <dgm:cxn modelId="{A876A1E8-4FF5-4D01-B6FF-B5BC87902351}" srcId="{49AFA92F-E5AC-41B3-874A-B81F8C4950C5}" destId="{BB562B19-9848-4BE9-A61E-BB2D6C81DBA0}" srcOrd="4" destOrd="0" parTransId="{F05B4FD1-A4A4-44BC-B7C7-16F4648CAA0E}" sibTransId="{2807D3CE-3990-4803-BCED-D40CACEC914E}"/>
    <dgm:cxn modelId="{22E60CC5-48A4-4ABE-BCC7-BAA475E33BBE}" type="presParOf" srcId="{8F75EF13-8E6A-461B-B796-26E5348B15E4}" destId="{1E5DBB01-FCD5-4C1D-9C85-5704D1AD5CC0}" srcOrd="0" destOrd="0" presId="urn:microsoft.com/office/officeart/2005/8/layout/default"/>
    <dgm:cxn modelId="{187A1EDF-8B1E-40C2-8D42-69E155B727AF}" type="presParOf" srcId="{8F75EF13-8E6A-461B-B796-26E5348B15E4}" destId="{BA4941EA-7F3F-473D-8F6F-967B1A82E031}" srcOrd="1" destOrd="0" presId="urn:microsoft.com/office/officeart/2005/8/layout/default"/>
    <dgm:cxn modelId="{E9ABDAAD-C24B-45BE-B3D6-DFD53735C426}" type="presParOf" srcId="{8F75EF13-8E6A-461B-B796-26E5348B15E4}" destId="{C8751789-5A5D-46E4-A403-1909EEFD05F7}" srcOrd="2" destOrd="0" presId="urn:microsoft.com/office/officeart/2005/8/layout/default"/>
    <dgm:cxn modelId="{F11D9570-78E6-4086-BA9A-DFFABE03AB2E}" type="presParOf" srcId="{8F75EF13-8E6A-461B-B796-26E5348B15E4}" destId="{A429667A-2B00-4445-A2CB-7E98C764691A}" srcOrd="3" destOrd="0" presId="urn:microsoft.com/office/officeart/2005/8/layout/default"/>
    <dgm:cxn modelId="{4D13617F-6FE1-4438-8EBF-EDD77B34E77F}" type="presParOf" srcId="{8F75EF13-8E6A-461B-B796-26E5348B15E4}" destId="{B9A41047-4A5C-4CE9-84A9-4AF85A61D9E0}" srcOrd="4" destOrd="0" presId="urn:microsoft.com/office/officeart/2005/8/layout/default"/>
    <dgm:cxn modelId="{E73EEA35-242A-4717-9E0D-BD21A4220403}" type="presParOf" srcId="{8F75EF13-8E6A-461B-B796-26E5348B15E4}" destId="{7DB35C99-FDB4-4E62-8127-226BB773C717}" srcOrd="5" destOrd="0" presId="urn:microsoft.com/office/officeart/2005/8/layout/default"/>
    <dgm:cxn modelId="{1634C7FE-F00B-473A-8734-9AC42291F3D7}" type="presParOf" srcId="{8F75EF13-8E6A-461B-B796-26E5348B15E4}" destId="{6436554A-49AC-4669-A9CA-FC20398B632D}" srcOrd="6" destOrd="0" presId="urn:microsoft.com/office/officeart/2005/8/layout/default"/>
    <dgm:cxn modelId="{D37FE561-D4B2-4FBD-B645-1B3F5E596812}" type="presParOf" srcId="{8F75EF13-8E6A-461B-B796-26E5348B15E4}" destId="{21A83C2D-DC33-43A0-951E-E80978B5DA47}" srcOrd="7" destOrd="0" presId="urn:microsoft.com/office/officeart/2005/8/layout/default"/>
    <dgm:cxn modelId="{F400AA2D-01DD-451C-93E8-A1B6CBA8AC1D}" type="presParOf" srcId="{8F75EF13-8E6A-461B-B796-26E5348B15E4}" destId="{761AAC2B-CF22-4FE9-9400-4ADF2A320C8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C06FDF-BA54-4A64-B290-86F4E17B1353}">
      <dsp:nvSpPr>
        <dsp:cNvPr id="0" name=""/>
        <dsp:cNvSpPr/>
      </dsp:nvSpPr>
      <dsp:spPr>
        <a:xfrm>
          <a:off x="0" y="1675"/>
          <a:ext cx="4034253" cy="8494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6E408-C063-4273-B752-467740BDB2AE}">
      <dsp:nvSpPr>
        <dsp:cNvPr id="0" name=""/>
        <dsp:cNvSpPr/>
      </dsp:nvSpPr>
      <dsp:spPr>
        <a:xfrm>
          <a:off x="256952" y="192797"/>
          <a:ext cx="467186" cy="4671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AD74F-B03E-49B3-B568-553E1FC53E09}">
      <dsp:nvSpPr>
        <dsp:cNvPr id="0" name=""/>
        <dsp:cNvSpPr/>
      </dsp:nvSpPr>
      <dsp:spPr>
        <a:xfrm>
          <a:off x="981091" y="1675"/>
          <a:ext cx="3053161" cy="849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98" tIns="89898" rIns="89898" bIns="8989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Slower IT resolution times.</a:t>
          </a:r>
        </a:p>
      </dsp:txBody>
      <dsp:txXfrm>
        <a:off x="981091" y="1675"/>
        <a:ext cx="3053161" cy="849429"/>
      </dsp:txXfrm>
    </dsp:sp>
    <dsp:sp modelId="{9CD3676D-7275-4E32-ADFC-220E9DF0AE0F}">
      <dsp:nvSpPr>
        <dsp:cNvPr id="0" name=""/>
        <dsp:cNvSpPr/>
      </dsp:nvSpPr>
      <dsp:spPr>
        <a:xfrm>
          <a:off x="0" y="1063463"/>
          <a:ext cx="4034253" cy="8494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99301-FE81-4A27-ABF8-1CE6D14C981A}">
      <dsp:nvSpPr>
        <dsp:cNvPr id="0" name=""/>
        <dsp:cNvSpPr/>
      </dsp:nvSpPr>
      <dsp:spPr>
        <a:xfrm>
          <a:off x="256952" y="1254585"/>
          <a:ext cx="467186" cy="4671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9968B-4467-4C35-A40A-CC5385C27E56}">
      <dsp:nvSpPr>
        <dsp:cNvPr id="0" name=""/>
        <dsp:cNvSpPr/>
      </dsp:nvSpPr>
      <dsp:spPr>
        <a:xfrm>
          <a:off x="981091" y="1063463"/>
          <a:ext cx="3053161" cy="849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98" tIns="89898" rIns="89898" bIns="8989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Reduced productivity.</a:t>
          </a:r>
        </a:p>
      </dsp:txBody>
      <dsp:txXfrm>
        <a:off x="981091" y="1063463"/>
        <a:ext cx="3053161" cy="849429"/>
      </dsp:txXfrm>
    </dsp:sp>
    <dsp:sp modelId="{40366F6A-69E9-4416-B324-0BDC833ADCD8}">
      <dsp:nvSpPr>
        <dsp:cNvPr id="0" name=""/>
        <dsp:cNvSpPr/>
      </dsp:nvSpPr>
      <dsp:spPr>
        <a:xfrm>
          <a:off x="0" y="2125250"/>
          <a:ext cx="4034253" cy="8494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F5A71E-3642-4FCC-83D5-145C603B7DA2}">
      <dsp:nvSpPr>
        <dsp:cNvPr id="0" name=""/>
        <dsp:cNvSpPr/>
      </dsp:nvSpPr>
      <dsp:spPr>
        <a:xfrm>
          <a:off x="256952" y="2316372"/>
          <a:ext cx="467186" cy="4671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4BA52-6B43-4ACA-B5E4-5118BBD051E8}">
      <dsp:nvSpPr>
        <dsp:cNvPr id="0" name=""/>
        <dsp:cNvSpPr/>
      </dsp:nvSpPr>
      <dsp:spPr>
        <a:xfrm>
          <a:off x="981091" y="2125250"/>
          <a:ext cx="3053161" cy="849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98" tIns="89898" rIns="89898" bIns="8989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High volume of repetitive IT questions.</a:t>
          </a:r>
        </a:p>
      </dsp:txBody>
      <dsp:txXfrm>
        <a:off x="981091" y="2125250"/>
        <a:ext cx="3053161" cy="849429"/>
      </dsp:txXfrm>
    </dsp:sp>
    <dsp:sp modelId="{248D6D2F-0E0F-4FAE-842A-FBFA2F56FCEF}">
      <dsp:nvSpPr>
        <dsp:cNvPr id="0" name=""/>
        <dsp:cNvSpPr/>
      </dsp:nvSpPr>
      <dsp:spPr>
        <a:xfrm>
          <a:off x="0" y="3187038"/>
          <a:ext cx="4034253" cy="84942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A907DD-A204-4298-A41F-B768BF9E4FC6}">
      <dsp:nvSpPr>
        <dsp:cNvPr id="0" name=""/>
        <dsp:cNvSpPr/>
      </dsp:nvSpPr>
      <dsp:spPr>
        <a:xfrm>
          <a:off x="256952" y="3378159"/>
          <a:ext cx="467186" cy="4671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325F2-2129-4D08-AA34-016B706D2DD2}">
      <dsp:nvSpPr>
        <dsp:cNvPr id="0" name=""/>
        <dsp:cNvSpPr/>
      </dsp:nvSpPr>
      <dsp:spPr>
        <a:xfrm>
          <a:off x="981091" y="3187038"/>
          <a:ext cx="3053161" cy="849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898" tIns="89898" rIns="89898" bIns="8989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Risk of using outdated documents.</a:t>
          </a:r>
        </a:p>
      </dsp:txBody>
      <dsp:txXfrm>
        <a:off x="981091" y="3187038"/>
        <a:ext cx="3053161" cy="8494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24A507-0B84-470A-B0A3-BD5FD253DFD0}">
      <dsp:nvSpPr>
        <dsp:cNvPr id="0" name=""/>
        <dsp:cNvSpPr/>
      </dsp:nvSpPr>
      <dsp:spPr>
        <a:xfrm>
          <a:off x="665000" y="1456159"/>
          <a:ext cx="1098000" cy="109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DFC287-2432-48DA-A01E-6510E21C7981}">
      <dsp:nvSpPr>
        <dsp:cNvPr id="0" name=""/>
        <dsp:cNvSpPr/>
      </dsp:nvSpPr>
      <dsp:spPr>
        <a:xfrm>
          <a:off x="899000" y="169015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B9772-178E-4C0F-AF9C-120375D8D4A2}">
      <dsp:nvSpPr>
        <dsp:cNvPr id="0" name=""/>
        <dsp:cNvSpPr/>
      </dsp:nvSpPr>
      <dsp:spPr>
        <a:xfrm>
          <a:off x="314000" y="289615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Create a centralized, modern IT Resource Center.</a:t>
          </a:r>
        </a:p>
      </dsp:txBody>
      <dsp:txXfrm>
        <a:off x="314000" y="2896159"/>
        <a:ext cx="1800000" cy="720000"/>
      </dsp:txXfrm>
    </dsp:sp>
    <dsp:sp modelId="{CEBCBBA3-CBCA-47B8-A41E-A6D3A75716B6}">
      <dsp:nvSpPr>
        <dsp:cNvPr id="0" name=""/>
        <dsp:cNvSpPr/>
      </dsp:nvSpPr>
      <dsp:spPr>
        <a:xfrm>
          <a:off x="2780000" y="1456159"/>
          <a:ext cx="1098000" cy="109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8E26B-A1ED-41A4-8057-837F0DE4886C}">
      <dsp:nvSpPr>
        <dsp:cNvPr id="0" name=""/>
        <dsp:cNvSpPr/>
      </dsp:nvSpPr>
      <dsp:spPr>
        <a:xfrm>
          <a:off x="3014000" y="1690159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1AD98-7F2B-4E55-BA21-E8D4F850AEA8}">
      <dsp:nvSpPr>
        <dsp:cNvPr id="0" name=""/>
        <dsp:cNvSpPr/>
      </dsp:nvSpPr>
      <dsp:spPr>
        <a:xfrm>
          <a:off x="2429000" y="289615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Simplify requests and problem reporting.</a:t>
          </a:r>
        </a:p>
      </dsp:txBody>
      <dsp:txXfrm>
        <a:off x="2429000" y="2896159"/>
        <a:ext cx="1800000" cy="720000"/>
      </dsp:txXfrm>
    </dsp:sp>
    <dsp:sp modelId="{7D626F79-4493-4B72-91C0-1269EEDDDC25}">
      <dsp:nvSpPr>
        <dsp:cNvPr id="0" name=""/>
        <dsp:cNvSpPr/>
      </dsp:nvSpPr>
      <dsp:spPr>
        <a:xfrm>
          <a:off x="4895000" y="1456159"/>
          <a:ext cx="1098000" cy="109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A5402-DCF2-421D-8C84-875F31A814D0}">
      <dsp:nvSpPr>
        <dsp:cNvPr id="0" name=""/>
        <dsp:cNvSpPr/>
      </dsp:nvSpPr>
      <dsp:spPr>
        <a:xfrm>
          <a:off x="5129000" y="1690159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6C374-E34D-4428-AABB-8F00846CC42A}">
      <dsp:nvSpPr>
        <dsp:cNvPr id="0" name=""/>
        <dsp:cNvSpPr/>
      </dsp:nvSpPr>
      <dsp:spPr>
        <a:xfrm>
          <a:off x="4544000" y="289615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Organize documentation and announcements.</a:t>
          </a:r>
        </a:p>
      </dsp:txBody>
      <dsp:txXfrm>
        <a:off x="4544000" y="2896159"/>
        <a:ext cx="1800000" cy="720000"/>
      </dsp:txXfrm>
    </dsp:sp>
    <dsp:sp modelId="{1682A2EA-F189-4980-9FCB-2F89B2F18393}">
      <dsp:nvSpPr>
        <dsp:cNvPr id="0" name=""/>
        <dsp:cNvSpPr/>
      </dsp:nvSpPr>
      <dsp:spPr>
        <a:xfrm>
          <a:off x="7010000" y="1456159"/>
          <a:ext cx="1098000" cy="109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7E65D8-701A-4E44-917F-30DF0F54D889}">
      <dsp:nvSpPr>
        <dsp:cNvPr id="0" name=""/>
        <dsp:cNvSpPr/>
      </dsp:nvSpPr>
      <dsp:spPr>
        <a:xfrm>
          <a:off x="7244000" y="1690159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08530-8E01-40F0-B5D2-C21F6A0A02C7}">
      <dsp:nvSpPr>
        <dsp:cNvPr id="0" name=""/>
        <dsp:cNvSpPr/>
      </dsp:nvSpPr>
      <dsp:spPr>
        <a:xfrm>
          <a:off x="6659000" y="289615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Improve user experience.</a:t>
          </a:r>
        </a:p>
      </dsp:txBody>
      <dsp:txXfrm>
        <a:off x="6659000" y="2896159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D89D9-117C-444D-A92A-8BFCDCE14286}">
      <dsp:nvSpPr>
        <dsp:cNvPr id="0" name=""/>
        <dsp:cNvSpPr/>
      </dsp:nvSpPr>
      <dsp:spPr>
        <a:xfrm>
          <a:off x="0" y="641706"/>
          <a:ext cx="46468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FFFF"/>
              </a:solidFill>
              <a:latin typeface="Gill Sans MT" panose="020B0502020104020203"/>
              <a:ea typeface="+mn-ea"/>
              <a:cs typeface="+mn-cs"/>
            </a:rPr>
            <a:t>Home Navigation has all the website content</a:t>
          </a:r>
        </a:p>
      </dsp:txBody>
      <dsp:txXfrm>
        <a:off x="15992" y="657698"/>
        <a:ext cx="4614854" cy="295616"/>
      </dsp:txXfrm>
    </dsp:sp>
    <dsp:sp modelId="{BCA3E9BB-B6F5-48FC-A2E8-4D116B004DFF}">
      <dsp:nvSpPr>
        <dsp:cNvPr id="0" name=""/>
        <dsp:cNvSpPr/>
      </dsp:nvSpPr>
      <dsp:spPr>
        <a:xfrm>
          <a:off x="0" y="1009626"/>
          <a:ext cx="46468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FFFF"/>
              </a:solidFill>
              <a:ea typeface="+mn-ea"/>
              <a:cs typeface="+mn-cs"/>
            </a:rPr>
            <a:t>Quick links to IT services.</a:t>
          </a:r>
        </a:p>
      </dsp:txBody>
      <dsp:txXfrm>
        <a:off x="15992" y="1025618"/>
        <a:ext cx="4614854" cy="295616"/>
      </dsp:txXfrm>
    </dsp:sp>
    <dsp:sp modelId="{F3F458FF-AC13-4B4A-93A2-BCAC0DDD4215}">
      <dsp:nvSpPr>
        <dsp:cNvPr id="0" name=""/>
        <dsp:cNvSpPr/>
      </dsp:nvSpPr>
      <dsp:spPr>
        <a:xfrm>
          <a:off x="0" y="1377546"/>
          <a:ext cx="46468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FFFF"/>
              </a:solidFill>
              <a:ea typeface="+mn-ea"/>
              <a:cs typeface="+mn-cs"/>
            </a:rPr>
            <a:t>IT Policies and documentation</a:t>
          </a:r>
          <a:r>
            <a:rPr lang="en-US" sz="1400" kern="1200">
              <a:solidFill>
                <a:srgbClr val="FFFFFF"/>
              </a:solidFill>
              <a:latin typeface="Gill Sans MT" panose="020B0502020104020203"/>
              <a:ea typeface="+mn-ea"/>
              <a:cs typeface="+mn-cs"/>
            </a:rPr>
            <a:t> life cycle.</a:t>
          </a:r>
          <a:endParaRPr lang="en-US" sz="14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15992" y="1393538"/>
        <a:ext cx="4614854" cy="295616"/>
      </dsp:txXfrm>
    </dsp:sp>
    <dsp:sp modelId="{C2194306-2C93-46EA-8551-90A9F034694E}">
      <dsp:nvSpPr>
        <dsp:cNvPr id="0" name=""/>
        <dsp:cNvSpPr/>
      </dsp:nvSpPr>
      <dsp:spPr>
        <a:xfrm>
          <a:off x="0" y="1745466"/>
          <a:ext cx="46468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FFFF"/>
              </a:solidFill>
              <a:ea typeface="+mn-ea"/>
              <a:cs typeface="+mn-cs"/>
            </a:rPr>
            <a:t>Problem reporting and service request forms.</a:t>
          </a:r>
        </a:p>
      </dsp:txBody>
      <dsp:txXfrm>
        <a:off x="15992" y="1761458"/>
        <a:ext cx="4614854" cy="295616"/>
      </dsp:txXfrm>
    </dsp:sp>
    <dsp:sp modelId="{AFD7339A-CEFA-4644-B8BF-83A5DD1C89F1}">
      <dsp:nvSpPr>
        <dsp:cNvPr id="0" name=""/>
        <dsp:cNvSpPr/>
      </dsp:nvSpPr>
      <dsp:spPr>
        <a:xfrm>
          <a:off x="0" y="2113386"/>
          <a:ext cx="46468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FFFF"/>
              </a:solidFill>
              <a:latin typeface="Gill Sans MT" panose="020B0502020104020203"/>
              <a:ea typeface="+mn-ea"/>
              <a:cs typeface="+mn-cs"/>
            </a:rPr>
            <a:t>Search documents through</a:t>
          </a:r>
          <a:r>
            <a:rPr lang="en-US" sz="1400" kern="1200">
              <a:solidFill>
                <a:srgbClr val="FFFFFF"/>
              </a:solidFill>
              <a:ea typeface="+mn-ea"/>
              <a:cs typeface="+mn-cs"/>
            </a:rPr>
            <a:t> AI assistant.</a:t>
          </a:r>
        </a:p>
      </dsp:txBody>
      <dsp:txXfrm>
        <a:off x="15992" y="2129378"/>
        <a:ext cx="4614854" cy="295616"/>
      </dsp:txXfrm>
    </dsp:sp>
    <dsp:sp modelId="{9842002B-ACBF-4BF4-9AD9-AA31BBEE4A1D}">
      <dsp:nvSpPr>
        <dsp:cNvPr id="0" name=""/>
        <dsp:cNvSpPr/>
      </dsp:nvSpPr>
      <dsp:spPr>
        <a:xfrm>
          <a:off x="0" y="2481306"/>
          <a:ext cx="4646838" cy="327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ea typeface="+mn-ea"/>
              <a:cs typeface="+mn-cs"/>
            </a:rPr>
            <a:t>Develop a dashboard to measure website interaction metrics</a:t>
          </a:r>
        </a:p>
      </dsp:txBody>
      <dsp:txXfrm>
        <a:off x="15992" y="2497298"/>
        <a:ext cx="4614854" cy="295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DBB01-FCD5-4C1D-9C85-5704D1AD5CC0}">
      <dsp:nvSpPr>
        <dsp:cNvPr id="0" name=""/>
        <dsp:cNvSpPr/>
      </dsp:nvSpPr>
      <dsp:spPr>
        <a:xfrm>
          <a:off x="0" y="398447"/>
          <a:ext cx="2251025" cy="13506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 repetitive IT questions by 40%.</a:t>
          </a:r>
        </a:p>
      </dsp:txBody>
      <dsp:txXfrm>
        <a:off x="0" y="398447"/>
        <a:ext cx="2251025" cy="1350615"/>
      </dsp:txXfrm>
    </dsp:sp>
    <dsp:sp modelId="{C8751789-5A5D-46E4-A403-1909EEFD05F7}">
      <dsp:nvSpPr>
        <dsp:cNvPr id="0" name=""/>
        <dsp:cNvSpPr/>
      </dsp:nvSpPr>
      <dsp:spPr>
        <a:xfrm>
          <a:off x="2476127" y="398447"/>
          <a:ext cx="2251025" cy="13506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Faster information access.</a:t>
          </a:r>
        </a:p>
      </dsp:txBody>
      <dsp:txXfrm>
        <a:off x="2476127" y="398447"/>
        <a:ext cx="2251025" cy="1350615"/>
      </dsp:txXfrm>
    </dsp:sp>
    <dsp:sp modelId="{B9A41047-4A5C-4CE9-84A9-4AF85A61D9E0}">
      <dsp:nvSpPr>
        <dsp:cNvPr id="0" name=""/>
        <dsp:cNvSpPr/>
      </dsp:nvSpPr>
      <dsp:spPr>
        <a:xfrm>
          <a:off x="4952255" y="398447"/>
          <a:ext cx="2251025" cy="13506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Improved communication.</a:t>
          </a:r>
        </a:p>
      </dsp:txBody>
      <dsp:txXfrm>
        <a:off x="4952255" y="398447"/>
        <a:ext cx="2251025" cy="1350615"/>
      </dsp:txXfrm>
    </dsp:sp>
    <dsp:sp modelId="{6436554A-49AC-4669-A9CA-FC20398B632D}">
      <dsp:nvSpPr>
        <dsp:cNvPr id="0" name=""/>
        <dsp:cNvSpPr/>
      </dsp:nvSpPr>
      <dsp:spPr>
        <a:xfrm>
          <a:off x="1238063" y="1974164"/>
          <a:ext cx="2251025" cy="13506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Higher employee satisfaction.</a:t>
          </a:r>
        </a:p>
      </dsp:txBody>
      <dsp:txXfrm>
        <a:off x="1238063" y="1974164"/>
        <a:ext cx="2251025" cy="1350615"/>
      </dsp:txXfrm>
    </dsp:sp>
    <dsp:sp modelId="{761AAC2B-CF22-4FE9-9400-4ADF2A320C81}">
      <dsp:nvSpPr>
        <dsp:cNvPr id="0" name=""/>
        <dsp:cNvSpPr/>
      </dsp:nvSpPr>
      <dsp:spPr>
        <a:xfrm>
          <a:off x="3714191" y="1974164"/>
          <a:ext cx="2251025" cy="13506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Gill Sans MT" panose="020B0502020104020203"/>
            </a:rPr>
            <a:t>Update documents</a:t>
          </a:r>
        </a:p>
      </dsp:txBody>
      <dsp:txXfrm>
        <a:off x="3714191" y="1974164"/>
        <a:ext cx="2251025" cy="13506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92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09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83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69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4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15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42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44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666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50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651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icstarschicago.sharepoint.com/sites/Test2-ITresourcecenter/SitePages/Home.aspx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71113-ED1E-4689-96FF-620B29035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5309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1264" y="802298"/>
            <a:ext cx="2038358" cy="5116985"/>
          </a:xfrm>
        </p:spPr>
        <p:txBody>
          <a:bodyPr anchor="ctr">
            <a:normAutofit/>
          </a:bodyPr>
          <a:lstStyle/>
          <a:p>
            <a:pPr algn="r">
              <a:defRPr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Presented by : </a:t>
            </a:r>
            <a:endParaRPr lang="en-US"/>
          </a:p>
          <a:p>
            <a:pPr algn="r">
              <a:defRPr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  <a:ea typeface="+mn-lt"/>
                <a:cs typeface="+mn-lt"/>
              </a:rPr>
              <a:t>Senior Safe</a:t>
            </a:r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252525-B2F1-43A9-8DDF-5F476C864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3095" y="0"/>
            <a:ext cx="60909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2498" y="802298"/>
            <a:ext cx="4788641" cy="5116985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5200"/>
              <a:t>Michels IT Resource Center Website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DA35F2A-BC6A-4485-ACA0-3D9155D3C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03BBD1-F027-426A-AF27-9E36D37D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3BB7247-163A-4496-9EC4-191387657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4179" y="482171"/>
            <a:ext cx="4568843" cy="5149101"/>
            <a:chOff x="5446003" y="583365"/>
            <a:chExt cx="6091790" cy="5181928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B2D327D-E1F7-4A35-9266-D2313C702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46003" y="583365"/>
              <a:ext cx="609179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7206862-6434-4365-A991-B62B5A1A1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64828" y="915807"/>
              <a:ext cx="54617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Content Placeholder 3" descr="A person smiling at camera&#10;&#10;AI-generated content may be incorrect.">
            <a:extLst>
              <a:ext uri="{FF2B5EF4-FFF2-40B4-BE49-F238E27FC236}">
                <a16:creationId xmlns:a16="http://schemas.microsoft.com/office/drawing/2014/main" id="{459F9F1C-29D3-01FB-C949-72E426906A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08" r="19045" b="2"/>
          <a:stretch>
            <a:fillRect/>
          </a:stretch>
        </p:blipFill>
        <p:spPr>
          <a:xfrm>
            <a:off x="949889" y="1116346"/>
            <a:ext cx="1746502" cy="3865108"/>
          </a:xfrm>
          <a:prstGeom prst="rect">
            <a:avLst/>
          </a:prstGeom>
        </p:spPr>
      </p:pic>
      <p:pic>
        <p:nvPicPr>
          <p:cNvPr id="5" name="Picture 4" descr="A person smiling at camera&#10;&#10;AI-generated content may be incorrect.">
            <a:extLst>
              <a:ext uri="{FF2B5EF4-FFF2-40B4-BE49-F238E27FC236}">
                <a16:creationId xmlns:a16="http://schemas.microsoft.com/office/drawing/2014/main" id="{8BBD8E07-8B2A-EF93-4F4F-D391084CD8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42" r="17211" b="2"/>
          <a:stretch>
            <a:fillRect/>
          </a:stretch>
        </p:blipFill>
        <p:spPr>
          <a:xfrm>
            <a:off x="2819185" y="1116345"/>
            <a:ext cx="1746503" cy="3865108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729F16E-E141-4064-88CF-130463102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25" y="1847088"/>
            <a:ext cx="2656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2EC1F9-6A2E-317F-978B-5799B0DB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115" y="804519"/>
            <a:ext cx="2657995" cy="1049235"/>
          </a:xfrm>
        </p:spPr>
        <p:txBody>
          <a:bodyPr>
            <a:normAutofit/>
          </a:bodyPr>
          <a:lstStyle/>
          <a:p>
            <a:r>
              <a:rPr lang="en-US"/>
              <a:t>Our Team: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05EF977-844C-193E-8CF6-707CF4F85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2115" y="2015732"/>
            <a:ext cx="2657995" cy="345061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cap="all">
                <a:latin typeface="Calibri"/>
                <a:ea typeface="Calibri"/>
                <a:cs typeface="Calibri"/>
              </a:rPr>
              <a:t>Nahin </a:t>
            </a:r>
            <a:r>
              <a:rPr lang="en-US" b="1" cap="all" err="1">
                <a:latin typeface="Calibri"/>
                <a:ea typeface="Calibri"/>
                <a:cs typeface="Calibri"/>
              </a:rPr>
              <a:t>mousa</a:t>
            </a:r>
            <a:r>
              <a:rPr lang="en-US" b="1" cap="all">
                <a:latin typeface="Calibri"/>
                <a:ea typeface="Calibri"/>
                <a:cs typeface="Calibri"/>
              </a:rPr>
              <a:t> </a:t>
            </a:r>
            <a:r>
              <a:rPr lang="en-US" cap="all">
                <a:latin typeface="Calibri"/>
                <a:ea typeface="Calibri"/>
                <a:cs typeface="Calibri"/>
              </a:rPr>
              <a:t>:</a:t>
            </a:r>
            <a:br>
              <a:rPr lang="en-US" b="1" cap="all">
                <a:latin typeface="Calibri"/>
                <a:ea typeface="Calibri"/>
                <a:cs typeface="Calibri"/>
              </a:rPr>
            </a:br>
            <a:r>
              <a:rPr lang="en-US" sz="1800" cap="all">
                <a:latin typeface="Calibri"/>
                <a:ea typeface="Calibri"/>
                <a:cs typeface="Calibri"/>
              </a:rPr>
              <a:t>business Analyst </a:t>
            </a:r>
            <a:br>
              <a:rPr lang="en-US" sz="1800" cap="all">
                <a:latin typeface="Calibri"/>
                <a:ea typeface="Calibri"/>
                <a:cs typeface="Calibri"/>
              </a:rPr>
            </a:br>
            <a:r>
              <a:rPr lang="en-US" sz="1800" cap="all">
                <a:latin typeface="Calibri"/>
                <a:ea typeface="Calibri"/>
                <a:cs typeface="Calibri"/>
              </a:rPr>
              <a:t>Project Coordinator</a:t>
            </a:r>
            <a:br>
              <a:rPr lang="en-US" sz="1800" cap="all">
                <a:latin typeface="Calibri"/>
                <a:ea typeface="Calibri"/>
                <a:cs typeface="Calibri"/>
              </a:rPr>
            </a:br>
            <a:r>
              <a:rPr lang="en-US" sz="1800" cap="all" err="1">
                <a:latin typeface="Calibri"/>
                <a:ea typeface="Calibri"/>
                <a:cs typeface="Calibri"/>
              </a:rPr>
              <a:t>ui</a:t>
            </a:r>
            <a:r>
              <a:rPr lang="en-US" sz="1800" cap="all">
                <a:latin typeface="Calibri"/>
                <a:ea typeface="Calibri"/>
                <a:cs typeface="Calibri"/>
              </a:rPr>
              <a:t>/</a:t>
            </a:r>
            <a:r>
              <a:rPr lang="en-US" sz="1800" cap="all" err="1">
                <a:latin typeface="Calibri"/>
                <a:ea typeface="Calibri"/>
                <a:cs typeface="Calibri"/>
              </a:rPr>
              <a:t>ux</a:t>
            </a:r>
            <a:r>
              <a:rPr lang="en-US" sz="1800" cap="all">
                <a:latin typeface="Calibri"/>
                <a:ea typeface="Calibri"/>
                <a:cs typeface="Calibri"/>
              </a:rPr>
              <a:t> lead 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cap="all">
                <a:latin typeface="Calibri"/>
                <a:ea typeface="Calibri"/>
                <a:cs typeface="Calibri"/>
              </a:rPr>
              <a:t>Gabrielle Williams</a:t>
            </a:r>
            <a:r>
              <a:rPr lang="en-US" cap="all">
                <a:latin typeface="Calibri"/>
                <a:ea typeface="Calibri"/>
                <a:cs typeface="Calibri"/>
              </a:rPr>
              <a:t> : </a:t>
            </a:r>
            <a:r>
              <a:rPr lang="en-US" sz="1800" cap="all">
                <a:latin typeface="Calibri"/>
                <a:ea typeface="Calibri"/>
                <a:cs typeface="Calibri"/>
              </a:rPr>
              <a:t>Technical analyst</a:t>
            </a:r>
            <a:br>
              <a:rPr lang="en-US" sz="1800" cap="all">
                <a:latin typeface="Calibri"/>
                <a:ea typeface="Calibri"/>
                <a:cs typeface="Calibri"/>
              </a:rPr>
            </a:br>
            <a:r>
              <a:rPr lang="en-US" sz="1800" cap="all" err="1">
                <a:latin typeface="Calibri"/>
                <a:ea typeface="Calibri"/>
                <a:cs typeface="Calibri"/>
              </a:rPr>
              <a:t>qa</a:t>
            </a:r>
            <a:r>
              <a:rPr lang="en-US" sz="1800" cap="all">
                <a:latin typeface="Calibri"/>
                <a:ea typeface="Calibri"/>
                <a:cs typeface="Calibri"/>
              </a:rPr>
              <a:t> ANALYST</a:t>
            </a:r>
            <a:endParaRPr lang="en-US" sz="180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5AC7EF37-C3C9-4AAD-B903-6A5178126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DC715A8-ABE1-48DF-9F59-050D6846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92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Arrow: Right 49">
            <a:extLst>
              <a:ext uri="{FF2B5EF4-FFF2-40B4-BE49-F238E27FC236}">
                <a16:creationId xmlns:a16="http://schemas.microsoft.com/office/drawing/2014/main" id="{02115ECE-4367-B754-4A1B-EE1ABDF72E18}"/>
              </a:ext>
            </a:extLst>
          </p:cNvPr>
          <p:cNvSpPr/>
          <p:nvPr/>
        </p:nvSpPr>
        <p:spPr>
          <a:xfrm>
            <a:off x="648103" y="1775847"/>
            <a:ext cx="3004232" cy="1468357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9A35C169-1DB9-55D8-1D55-1FB40C783AA6}"/>
              </a:ext>
            </a:extLst>
          </p:cNvPr>
          <p:cNvSpPr/>
          <p:nvPr/>
        </p:nvSpPr>
        <p:spPr>
          <a:xfrm>
            <a:off x="636953" y="2801760"/>
            <a:ext cx="3004232" cy="1468357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83982DDF-AFBA-086C-24D0-0FB3E9E06AE6}"/>
              </a:ext>
            </a:extLst>
          </p:cNvPr>
          <p:cNvSpPr/>
          <p:nvPr/>
        </p:nvSpPr>
        <p:spPr>
          <a:xfrm>
            <a:off x="648105" y="3883429"/>
            <a:ext cx="3004232" cy="1468357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F4212-040F-DB83-1A36-D394FAFD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477" y="403076"/>
            <a:ext cx="7909489" cy="1049235"/>
          </a:xfrm>
        </p:spPr>
        <p:txBody>
          <a:bodyPr/>
          <a:lstStyle/>
          <a:p>
            <a:r>
              <a:rPr lang="en-US">
                <a:solidFill>
                  <a:srgbClr val="D52027"/>
                </a:solidFill>
              </a:rPr>
              <a:t>Root problems &amp; </a:t>
            </a:r>
            <a:r>
              <a:rPr lang="en-US">
                <a:solidFill>
                  <a:srgbClr val="D52027"/>
                </a:solidFill>
                <a:ea typeface="+mj-lt"/>
                <a:cs typeface="+mj-lt"/>
              </a:rPr>
              <a:t>Business Impact</a:t>
            </a:r>
            <a:r>
              <a:rPr lang="en-US">
                <a:solidFill>
                  <a:srgbClr val="D52027"/>
                </a:solidFill>
              </a:rPr>
              <a:t> </a:t>
            </a:r>
            <a:endParaRPr lang="en-US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309E124F-6444-C8B6-2241-8050448ED4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8818565"/>
              </p:ext>
            </p:extLst>
          </p:nvPr>
        </p:nvGraphicFramePr>
        <p:xfrm>
          <a:off x="4156130" y="1859994"/>
          <a:ext cx="4034253" cy="40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6" name="TextBox 125">
            <a:extLst>
              <a:ext uri="{FF2B5EF4-FFF2-40B4-BE49-F238E27FC236}">
                <a16:creationId xmlns:a16="http://schemas.microsoft.com/office/drawing/2014/main" id="{DC28F371-1842-0E52-E1E4-0AE950B2B764}"/>
              </a:ext>
            </a:extLst>
          </p:cNvPr>
          <p:cNvSpPr txBox="1"/>
          <p:nvPr/>
        </p:nvSpPr>
        <p:spPr>
          <a:xfrm>
            <a:off x="757046" y="2224871"/>
            <a:ext cx="28620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Unclear and unfriendly</a:t>
            </a:r>
            <a:endParaRPr lang="en-US"/>
          </a:p>
          <a:p>
            <a:r>
              <a:rPr lang="en-US" sz="1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user site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A5B24-8F1F-BD49-844A-429771DA9DAF}"/>
              </a:ext>
            </a:extLst>
          </p:cNvPr>
          <p:cNvSpPr txBox="1"/>
          <p:nvPr/>
        </p:nvSpPr>
        <p:spPr>
          <a:xfrm>
            <a:off x="820429" y="3244144"/>
            <a:ext cx="273147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Outdated documents or difficult to navigate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9AFA7C-F0E1-CFAE-28F8-DBB716BAB4E3}"/>
              </a:ext>
            </a:extLst>
          </p:cNvPr>
          <p:cNvSpPr txBox="1"/>
          <p:nvPr/>
        </p:nvSpPr>
        <p:spPr>
          <a:xfrm>
            <a:off x="792881" y="4269916"/>
            <a:ext cx="27157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Gill Sans MT"/>
                <a:ea typeface="Calibri"/>
                <a:cs typeface="Calibri"/>
              </a:rPr>
              <a:t>No automated </a:t>
            </a:r>
            <a:endParaRPr lang="en-US"/>
          </a:p>
          <a:p>
            <a:r>
              <a:rPr lang="en-US" sz="1600">
                <a:solidFill>
                  <a:schemeClr val="bg1"/>
                </a:solidFill>
                <a:latin typeface="Gill Sans MT"/>
                <a:ea typeface="Calibri"/>
                <a:cs typeface="Calibri"/>
              </a:rPr>
              <a:t>Tools for IT comm</a:t>
            </a:r>
            <a:endParaRPr lang="en-US" sz="1600">
              <a:solidFill>
                <a:schemeClr val="bg1"/>
              </a:solidFill>
              <a:latin typeface="Gill Sans MT"/>
            </a:endParaRPr>
          </a:p>
          <a:p>
            <a:pPr algn="ctr"/>
            <a:endParaRPr lang="en-US" sz="1600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9A6EBCB6-FAF6-8177-89E4-8C57C64648B4}"/>
              </a:ext>
            </a:extLst>
          </p:cNvPr>
          <p:cNvSpPr/>
          <p:nvPr/>
        </p:nvSpPr>
        <p:spPr>
          <a:xfrm>
            <a:off x="636954" y="4853586"/>
            <a:ext cx="3004232" cy="1468357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5CA26E-1284-9B30-06EA-3D2B1A1118CD}"/>
              </a:ext>
            </a:extLst>
          </p:cNvPr>
          <p:cNvSpPr txBox="1"/>
          <p:nvPr/>
        </p:nvSpPr>
        <p:spPr>
          <a:xfrm>
            <a:off x="761518" y="5352949"/>
            <a:ext cx="421909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No ability to track key metrics</a:t>
            </a:r>
            <a:br>
              <a:rPr lang="en-US" sz="160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 for user engagement</a:t>
            </a:r>
            <a:endParaRPr lang="en-US" sz="1600">
              <a:solidFill>
                <a:schemeClr val="bg1"/>
              </a:solidFill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7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D52027"/>
                </a:solidFill>
              </a:defRPr>
            </a:pPr>
            <a:r>
              <a:rPr lang="en-US"/>
              <a:t>Our solution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B48FEF1-9758-7EB0-5167-E2D9DF0641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5553870"/>
              </p:ext>
            </p:extLst>
          </p:nvPr>
        </p:nvGraphicFramePr>
        <p:xfrm>
          <a:off x="365855" y="1457894"/>
          <a:ext cx="8773000" cy="5072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833A8A3-C8B8-390F-A617-4C9A77C5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389" y="2807921"/>
            <a:ext cx="3132383" cy="104923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Review of Tech stack 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A5CF5F2F-2555-E595-A1A4-A79A21FBB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9144000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7" name="Content Placeholder 3">
            <a:extLst>
              <a:ext uri="{FF2B5EF4-FFF2-40B4-BE49-F238E27FC236}">
                <a16:creationId xmlns:a16="http://schemas.microsoft.com/office/drawing/2014/main" id="{A7370610-5FBA-962A-4280-5B5C69C915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5852244"/>
              </p:ext>
            </p:extLst>
          </p:nvPr>
        </p:nvGraphicFramePr>
        <p:xfrm>
          <a:off x="4784901" y="371500"/>
          <a:ext cx="4111739" cy="5326713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</a:tblPr>
              <a:tblGrid>
                <a:gridCol w="1296259">
                  <a:extLst>
                    <a:ext uri="{9D8B030D-6E8A-4147-A177-3AD203B41FA5}">
                      <a16:colId xmlns:a16="http://schemas.microsoft.com/office/drawing/2014/main" val="2945832516"/>
                    </a:ext>
                  </a:extLst>
                </a:gridCol>
                <a:gridCol w="1257484">
                  <a:extLst>
                    <a:ext uri="{9D8B030D-6E8A-4147-A177-3AD203B41FA5}">
                      <a16:colId xmlns:a16="http://schemas.microsoft.com/office/drawing/2014/main" val="671703655"/>
                    </a:ext>
                  </a:extLst>
                </a:gridCol>
                <a:gridCol w="1557996">
                  <a:extLst>
                    <a:ext uri="{9D8B030D-6E8A-4147-A177-3AD203B41FA5}">
                      <a16:colId xmlns:a16="http://schemas.microsoft.com/office/drawing/2014/main" val="1391058445"/>
                    </a:ext>
                  </a:extLst>
                </a:gridCol>
              </a:tblGrid>
              <a:tr h="327734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1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Layer</a:t>
                      </a:r>
                      <a:r>
                        <a:rPr lang="en-US" sz="1100" b="1" i="0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1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Solution</a:t>
                      </a:r>
                      <a:endParaRPr lang="en-US" sz="1100" b="1" i="0" cap="none" spc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82098" marR="36915" marT="63152" marB="63152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1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Purpose</a:t>
                      </a:r>
                      <a:r>
                        <a:rPr lang="en-US" sz="1100" b="1" i="0" cap="none" spc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 anchor="ctr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01637"/>
                  </a:ext>
                </a:extLst>
              </a:tr>
              <a:tr h="90663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Platform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SharePoint (within Microsoft 365), copilot. Microsoft</a:t>
                      </a:r>
                      <a:endParaRPr lang="en-US" sz="1200" b="0" i="0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Core platform to build the user-friendly  IT Resource Center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 website and easy to search.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27828"/>
                  </a:ext>
                </a:extLst>
              </a:tr>
              <a:tr h="520699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Forms</a:t>
                      </a:r>
                      <a:endParaRPr lang="en-US" sz="1200" b="0" i="0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Microsoft Forms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User interface and custom components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458394"/>
                  </a:ext>
                </a:extLst>
              </a:tr>
              <a:tr h="520699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Analytics / Tracking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Power Bi</a:t>
                      </a:r>
                      <a:endParaRPr lang="en-US" sz="1200" b="0" i="0" cap="none" spc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Track site usage and generate usage reports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182695"/>
                  </a:ext>
                </a:extLst>
              </a:tr>
              <a:tr h="71366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Document Management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SharePoint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Document Lists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Organize, store, and manage IT documentation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135588"/>
                  </a:ext>
                </a:extLst>
              </a:tr>
              <a:tr h="71366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Communication Tools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Outlook, Microsoft Teams, Power Automate 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2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For announcements and support communication</a:t>
                      </a:r>
                      <a:r>
                        <a:rPr lang="en-US" sz="1200" b="0" i="0" cap="none" spc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​</a:t>
                      </a:r>
                    </a:p>
                  </a:txBody>
                  <a:tcPr marL="82098" marR="36915" marT="63152" marB="63152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287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632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98" y="638508"/>
            <a:ext cx="8179004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653" y="865667"/>
            <a:ext cx="7838694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6097" y="1030259"/>
            <a:ext cx="7591806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35FC9-C15F-9DAD-A896-BFB5A2FAE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803" y="1584552"/>
            <a:ext cx="6824441" cy="2537251"/>
          </a:xfrm>
        </p:spPr>
        <p:txBody>
          <a:bodyPr anchor="ctr">
            <a:normAutofit/>
          </a:bodyPr>
          <a:lstStyle/>
          <a:p>
            <a:pPr algn="ctr"/>
            <a:r>
              <a:rPr lang="en-US" sz="6300">
                <a:solidFill>
                  <a:srgbClr val="454545"/>
                </a:solidFill>
              </a:rPr>
              <a:t>Live Demo section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9C83B-4AF3-CF59-1B37-24F16251F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529" y="4133234"/>
            <a:ext cx="6840715" cy="744373"/>
          </a:xfrm>
        </p:spPr>
        <p:txBody>
          <a:bodyPr vert="horz" lIns="91440" tIns="91440" rIns="91440" bIns="91440" rtlCol="0" anchor="t">
            <a:normAutofit fontScale="47500" lnSpcReduction="20000"/>
          </a:bodyPr>
          <a:lstStyle/>
          <a:p>
            <a:pPr algn="ctr"/>
            <a:r>
              <a:rPr lang="en-US" sz="5200">
                <a:solidFill>
                  <a:srgbClr val="FF0000"/>
                </a:solidFill>
                <a:hlinkClick r:id="rId2"/>
              </a:rPr>
              <a:t>Michels IT Resource Center Website</a:t>
            </a:r>
            <a:endParaRPr lang="en-US" sz="5200">
              <a:solidFill>
                <a:srgbClr val="FF0000"/>
              </a:solidFill>
            </a:endParaRPr>
          </a:p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71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3376-5B7F-FD63-A3AF-E6FB30ECC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AGENT 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92056C-C4B5-E156-EDC0-5EA72623D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491" y="2147337"/>
            <a:ext cx="6571343" cy="318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80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04D40-00E0-95B3-DD1F-F23669AD0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313302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6001B-B051-3D03-793E-0901CEFA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5" y="804520"/>
            <a:ext cx="7670929" cy="1049235"/>
          </a:xfrm>
        </p:spPr>
        <p:txBody>
          <a:bodyPr>
            <a:normAutofit/>
          </a:bodyPr>
          <a:lstStyle/>
          <a:p>
            <a:r>
              <a:rPr lang="en-US" b="1">
                <a:latin typeface="Franklin Gothic Demi"/>
              </a:rPr>
              <a:t>Solution- Document life-cycle</a:t>
            </a:r>
            <a:br>
              <a:rPr lang="en-US" b="1">
                <a:latin typeface="Franklin Gothic Demi"/>
              </a:rPr>
            </a:br>
            <a:r>
              <a:rPr lang="en-US" b="1">
                <a:latin typeface="Franklin Gothic Demi"/>
              </a:rPr>
              <a:t>(User email &amp; Notification)</a:t>
            </a:r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DFA88-C66A-C80A-CDE9-206EA72F2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685" y="2015732"/>
            <a:ext cx="7690008" cy="930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If a document is modified or a new document is added, the user will receive an email and a Microsoft Teams notification.</a:t>
            </a:r>
            <a:endParaRPr lang="en-US"/>
          </a:p>
          <a:p>
            <a:endParaRPr lang="en-US"/>
          </a:p>
        </p:txBody>
      </p:sp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216A5F32-9D51-EC58-3A7F-B86E85C3DD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4" t="-1130" r="5742" b="5660"/>
          <a:stretch>
            <a:fillRect/>
          </a:stretch>
        </p:blipFill>
        <p:spPr>
          <a:xfrm>
            <a:off x="4126635" y="2824318"/>
            <a:ext cx="4982000" cy="283259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D77456-6E8C-BA81-C4B1-EF98EE466E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72" r="52170" b="-516"/>
          <a:stretch>
            <a:fillRect/>
          </a:stretch>
        </p:blipFill>
        <p:spPr>
          <a:xfrm>
            <a:off x="589610" y="2824318"/>
            <a:ext cx="3256461" cy="28317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3B8397-FA83-C96B-8DB1-DDE88A4C6943}"/>
              </a:ext>
            </a:extLst>
          </p:cNvPr>
          <p:cNvSpPr txBox="1"/>
          <p:nvPr/>
        </p:nvSpPr>
        <p:spPr>
          <a:xfrm>
            <a:off x="588969" y="5660096"/>
            <a:ext cx="2365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User Email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0FF249-6F35-6A5B-64CC-1403B54E6AD9}"/>
              </a:ext>
            </a:extLst>
          </p:cNvPr>
          <p:cNvSpPr txBox="1"/>
          <p:nvPr/>
        </p:nvSpPr>
        <p:spPr>
          <a:xfrm>
            <a:off x="5051160" y="5660095"/>
            <a:ext cx="23658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User Notification </a:t>
            </a:r>
          </a:p>
        </p:txBody>
      </p:sp>
    </p:spTree>
    <p:extLst>
      <p:ext uri="{BB962C8B-B14F-4D97-AF65-F5344CB8AC3E}">
        <p14:creationId xmlns:p14="http://schemas.microsoft.com/office/powerpoint/2010/main" val="3180100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F85E6-25F3-ABDD-E06D-0F920C1B3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B1F76-AA15-A9FF-09C1-B438F4A4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5" y="804519"/>
            <a:ext cx="7675157" cy="1049235"/>
          </a:xfrm>
        </p:spPr>
        <p:txBody>
          <a:bodyPr>
            <a:normAutofit/>
          </a:bodyPr>
          <a:lstStyle/>
          <a:p>
            <a:r>
              <a:rPr lang="en-US" b="1">
                <a:latin typeface="Franklin Gothic Demi"/>
              </a:rPr>
              <a:t>Solution- Document life-cycle (Owner update/Reminder)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324383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8E5FA-839A-E2BA-1BE8-D709768FE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21" y="2015732"/>
            <a:ext cx="4057693" cy="11082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If a document is modified or updated, the </a:t>
            </a:r>
            <a:r>
              <a:rPr lang="en-US" b="1">
                <a:ea typeface="+mn-lt"/>
                <a:cs typeface="+mn-lt"/>
              </a:rPr>
              <a:t>document owner</a:t>
            </a:r>
            <a:r>
              <a:rPr lang="en-US">
                <a:ea typeface="+mn-lt"/>
                <a:cs typeface="+mn-lt"/>
              </a:rPr>
              <a:t> will receive an email.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5F678C-488B-FD85-2547-4925CB9DD7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2" r="23446" b="14468"/>
          <a:stretch>
            <a:fillRect/>
          </a:stretch>
        </p:blipFill>
        <p:spPr>
          <a:xfrm>
            <a:off x="159721" y="3202843"/>
            <a:ext cx="4173815" cy="271907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31D028-FE1F-573B-B845-FED430C92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" r="30783"/>
          <a:stretch>
            <a:fillRect/>
          </a:stretch>
        </p:blipFill>
        <p:spPr>
          <a:xfrm>
            <a:off x="4649529" y="3201323"/>
            <a:ext cx="3924936" cy="27237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2CF946-4FFF-6399-13CD-B7E570CE3E98}"/>
              </a:ext>
            </a:extLst>
          </p:cNvPr>
          <p:cNvSpPr txBox="1"/>
          <p:nvPr/>
        </p:nvSpPr>
        <p:spPr>
          <a:xfrm>
            <a:off x="4651861" y="1956575"/>
            <a:ext cx="449213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Every three months, the document owner will receive a reminder email to review, update, or remove the document.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7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D52027"/>
                </a:solidFill>
              </a:defRPr>
            </a:pPr>
            <a:r>
              <a:rPr lang="en-US"/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6BB496-A1C6-F36F-4F4C-14F8E23810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5029656"/>
              </p:ext>
            </p:extLst>
          </p:nvPr>
        </p:nvGraphicFramePr>
        <p:xfrm>
          <a:off x="2281864" y="2071490"/>
          <a:ext cx="4646838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D52027"/>
                </a:solidFill>
              </a:defRPr>
            </a:pPr>
            <a:r>
              <a:rPr lang="en-US"/>
              <a:t>Estimate for Success 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57DDE8-C90D-009D-0A35-03D819C4BA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752092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6647-D0CB-D708-1B3B-FC6370B9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A5896-4D74-5E8D-535D-351C803ED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>
                <a:ea typeface="+mn-lt"/>
                <a:cs typeface="+mn-lt"/>
              </a:rPr>
              <a:t>Send SMS:</a:t>
            </a:r>
            <a:r>
              <a:rPr lang="en-US">
                <a:ea typeface="+mn-lt"/>
                <a:cs typeface="+mn-lt"/>
              </a:rPr>
              <a:t> Notify employees instantly through text messages for urgent updates or approvals.</a:t>
            </a:r>
          </a:p>
          <a:p>
            <a:r>
              <a:rPr lang="en-US" b="1">
                <a:ea typeface="+mn-lt"/>
                <a:cs typeface="+mn-lt"/>
              </a:rPr>
              <a:t>AI Agent: </a:t>
            </a:r>
            <a:r>
              <a:rPr lang="en-US">
                <a:ea typeface="+mn-lt"/>
                <a:cs typeface="+mn-lt"/>
              </a:rPr>
              <a:t>Integrate an AI agent to answer questions, guide users, search documents, and reduce help-desk workload .</a:t>
            </a:r>
          </a:p>
          <a:p>
            <a:r>
              <a:rPr lang="en-US" b="1">
                <a:ea typeface="+mn-lt"/>
                <a:cs typeface="+mn-lt"/>
              </a:rPr>
              <a:t>Advanced Power BI Analytics:</a:t>
            </a:r>
            <a:r>
              <a:rPr lang="en-US">
                <a:ea typeface="+mn-lt"/>
                <a:cs typeface="+mn-lt"/>
              </a:rPr>
              <a:t> Expand dashboards for deeper insights, trends, and performance tracking.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Engagement Hub:</a:t>
            </a:r>
            <a:r>
              <a:rPr lang="en-US">
                <a:ea typeface="+mn-lt"/>
                <a:cs typeface="+mn-lt"/>
              </a:rPr>
              <a:t> Add quizzes, activities, and dynamic news to improve communication and employee engagement.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61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C19E4D56-5E62-4549-BCC4-A82368B2A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3" y="0"/>
            <a:ext cx="9146155" cy="495026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1003">
            <a:schemeClr val="dk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0338C-4550-7BC9-4B1B-228F3FC1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3334" y="643467"/>
            <a:ext cx="6477805" cy="4127545"/>
          </a:xfrm>
        </p:spPr>
        <p:txBody>
          <a:bodyPr vert="horz" lIns="91440" tIns="45720" rIns="91440" bIns="0" rtlCol="0" anchor="ctr">
            <a:normAutofit/>
          </a:bodyPr>
          <a:lstStyle/>
          <a:p>
            <a:pPr defTabSz="914400"/>
            <a:r>
              <a:rPr lang="en-US" sz="4700"/>
              <a:t>Thank you </a:t>
            </a:r>
            <a:br>
              <a:rPr lang="en-US" sz="4700"/>
            </a:br>
            <a:br>
              <a:rPr lang="en-US" sz="4700"/>
            </a:br>
            <a:r>
              <a:rPr lang="en-US" sz="4700"/>
              <a:t>Q&amp;A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7020A0F-03ED-4D33-B5E8-1BE6A6BB9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4950269"/>
            <a:ext cx="9143772" cy="19077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47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Application>Microsoft Office PowerPoint</Application>
  <PresentationFormat>On-screen Show (4:3)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Gallery</vt:lpstr>
      <vt:lpstr>Michels IT Resource Center Website</vt:lpstr>
      <vt:lpstr>Our Team:</vt:lpstr>
      <vt:lpstr>Root problems &amp; Business Impact </vt:lpstr>
      <vt:lpstr>Our solution</vt:lpstr>
      <vt:lpstr>Review of Tech stack </vt:lpstr>
      <vt:lpstr>Live Demo section</vt:lpstr>
      <vt:lpstr>Ai AGENT </vt:lpstr>
      <vt:lpstr>Solution- Document life-cycle (User email &amp; Notification)</vt:lpstr>
      <vt:lpstr>Solution- Document life-cycle (Owner update/Reminder)</vt:lpstr>
      <vt:lpstr>Key Features</vt:lpstr>
      <vt:lpstr>Estimate for Success </vt:lpstr>
      <vt:lpstr>Enhancements</vt:lpstr>
      <vt:lpstr>Thank you  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2025-12-09T11:04:44Z</dcterms:modified>
  <cp:category/>
</cp:coreProperties>
</file>